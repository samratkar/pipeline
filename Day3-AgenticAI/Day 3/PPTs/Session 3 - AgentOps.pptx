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2"/>
  </p:notesMasterIdLst>
  <p:sldIdLst>
    <p:sldId id="256" r:id="rId2"/>
    <p:sldId id="257" r:id="rId3"/>
    <p:sldId id="536" r:id="rId4"/>
    <p:sldId id="397" r:id="rId5"/>
    <p:sldId id="537" r:id="rId6"/>
    <p:sldId id="548" r:id="rId7"/>
    <p:sldId id="551" r:id="rId8"/>
    <p:sldId id="549" r:id="rId9"/>
    <p:sldId id="561" r:id="rId10"/>
    <p:sldId id="513" r:id="rId11"/>
    <p:sldId id="538" r:id="rId12"/>
    <p:sldId id="552" r:id="rId13"/>
    <p:sldId id="589" r:id="rId14"/>
    <p:sldId id="553" r:id="rId15"/>
    <p:sldId id="590" r:id="rId16"/>
    <p:sldId id="591" r:id="rId17"/>
    <p:sldId id="592" r:id="rId18"/>
    <p:sldId id="539" r:id="rId19"/>
    <p:sldId id="588" r:id="rId20"/>
    <p:sldId id="593" r:id="rId21"/>
  </p:sldIdLst>
  <p:sldSz cx="9144000" cy="6858000" type="screen4x3"/>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a:tcStyle>
        <a:tcBdr/>
        <a:fill>
          <a:solidFill>
            <a:srgbClr val="E8ECF4"/>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316"/>
    <p:restoredTop sz="94667"/>
  </p:normalViewPr>
  <p:slideViewPr>
    <p:cSldViewPr snapToGrid="0">
      <p:cViewPr varScale="1">
        <p:scale>
          <a:sx n="64" d="100"/>
          <a:sy n="64" d="100"/>
        </p:scale>
        <p:origin x="1656"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47" name="Shape 347"/>
          <p:cNvSpPr>
            <a:spLocks noGrp="1" noRot="1" noChangeAspect="1"/>
          </p:cNvSpPr>
          <p:nvPr>
            <p:ph type="sldImg"/>
          </p:nvPr>
        </p:nvSpPr>
        <p:spPr>
          <a:xfrm>
            <a:off x="1143000" y="685800"/>
            <a:ext cx="4572000" cy="3429000"/>
          </a:xfrm>
          <a:prstGeom prst="rect">
            <a:avLst/>
          </a:prstGeom>
        </p:spPr>
        <p:txBody>
          <a:bodyPr/>
          <a:lstStyle/>
          <a:p>
            <a:endParaRPr/>
          </a:p>
        </p:txBody>
      </p:sp>
      <p:sp>
        <p:nvSpPr>
          <p:cNvPr id="348" name="Shape 34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Arial"/>
      </a:defRPr>
    </a:lvl1pPr>
    <a:lvl2pPr indent="228600" latinLnBrk="0">
      <a:defRPr sz="1200">
        <a:latin typeface="+mj-lt"/>
        <a:ea typeface="+mj-ea"/>
        <a:cs typeface="+mj-cs"/>
        <a:sym typeface="Arial"/>
      </a:defRPr>
    </a:lvl2pPr>
    <a:lvl3pPr indent="457200" latinLnBrk="0">
      <a:defRPr sz="1200">
        <a:latin typeface="+mj-lt"/>
        <a:ea typeface="+mj-ea"/>
        <a:cs typeface="+mj-cs"/>
        <a:sym typeface="Arial"/>
      </a:defRPr>
    </a:lvl3pPr>
    <a:lvl4pPr indent="685800" latinLnBrk="0">
      <a:defRPr sz="1200">
        <a:latin typeface="+mj-lt"/>
        <a:ea typeface="+mj-ea"/>
        <a:cs typeface="+mj-cs"/>
        <a:sym typeface="Arial"/>
      </a:defRPr>
    </a:lvl4pPr>
    <a:lvl5pPr indent="914400" latinLnBrk="0">
      <a:defRPr sz="1200">
        <a:latin typeface="+mj-lt"/>
        <a:ea typeface="+mj-ea"/>
        <a:cs typeface="+mj-cs"/>
        <a:sym typeface="Arial"/>
      </a:defRPr>
    </a:lvl5pPr>
    <a:lvl6pPr indent="1143000" latinLnBrk="0">
      <a:defRPr sz="1200">
        <a:latin typeface="+mj-lt"/>
        <a:ea typeface="+mj-ea"/>
        <a:cs typeface="+mj-cs"/>
        <a:sym typeface="Arial"/>
      </a:defRPr>
    </a:lvl6pPr>
    <a:lvl7pPr indent="1371600" latinLnBrk="0">
      <a:defRPr sz="1200">
        <a:latin typeface="+mj-lt"/>
        <a:ea typeface="+mj-ea"/>
        <a:cs typeface="+mj-cs"/>
        <a:sym typeface="Arial"/>
      </a:defRPr>
    </a:lvl7pPr>
    <a:lvl8pPr indent="1600200" latinLnBrk="0">
      <a:defRPr sz="1200">
        <a:latin typeface="+mj-lt"/>
        <a:ea typeface="+mj-ea"/>
        <a:cs typeface="+mj-cs"/>
        <a:sym typeface="Arial"/>
      </a:defRPr>
    </a:lvl8pPr>
    <a:lvl9pPr indent="1828800" latinLnBrk="0">
      <a:defRPr sz="1200">
        <a:latin typeface="+mj-lt"/>
        <a:ea typeface="+mj-ea"/>
        <a:cs typeface="+mj-cs"/>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5.svg"/><Relationship Id="rId1" Type="http://schemas.openxmlformats.org/officeDocument/2006/relationships/slideMaster" Target="../slideMasters/slideMaster1.xml"/><Relationship Id="rId4" Type="http://schemas.openxmlformats.org/officeDocument/2006/relationships/image" Target="../media/image6.svg"/></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Title Slide">
    <p:spTree>
      <p:nvGrpSpPr>
        <p:cNvPr id="1" name=""/>
        <p:cNvGrpSpPr/>
        <p:nvPr/>
      </p:nvGrpSpPr>
      <p:grpSpPr>
        <a:xfrm>
          <a:off x="0" y="0"/>
          <a:ext cx="0" cy="0"/>
          <a:chOff x="0" y="0"/>
          <a:chExt cx="0" cy="0"/>
        </a:xfrm>
      </p:grpSpPr>
      <p:sp>
        <p:nvSpPr>
          <p:cNvPr id="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5" name="Rectangle 2">
            <a:extLst>
              <a:ext uri="{FF2B5EF4-FFF2-40B4-BE49-F238E27FC236}">
                <a16:creationId xmlns:a16="http://schemas.microsoft.com/office/drawing/2014/main" id="{4F1635D6-F918-E4B0-D8DF-45976B43E5CC}"/>
              </a:ext>
            </a:extLst>
          </p:cNvPr>
          <p:cNvSpPr/>
          <p:nvPr userDrawn="1"/>
        </p:nvSpPr>
        <p:spPr>
          <a:xfrm>
            <a:off x="0" y="3352800"/>
            <a:ext cx="8686800" cy="2743200"/>
          </a:xfrm>
          <a:prstGeom prst="rect">
            <a:avLst/>
          </a:prstGeom>
          <a:solidFill>
            <a:srgbClr val="101141"/>
          </a:solidFill>
          <a:ln w="12700">
            <a:miter lim="400000"/>
          </a:ln>
        </p:spPr>
        <p:txBody>
          <a:bodyPr lIns="45719" rIns="45719" anchor="ctr"/>
          <a:lstStyle/>
          <a:p>
            <a:pPr algn="ctr">
              <a:defRPr>
                <a:solidFill>
                  <a:srgbClr val="FFFFFF"/>
                </a:solidFill>
                <a:latin typeface="+mj-lt"/>
                <a:ea typeface="+mj-ea"/>
                <a:cs typeface="+mj-cs"/>
                <a:sym typeface="Arial"/>
              </a:defRPr>
            </a:pPr>
            <a:endParaRPr/>
          </a:p>
        </p:txBody>
      </p:sp>
      <p:sp>
        <p:nvSpPr>
          <p:cNvPr id="6" name="Rectangle 3">
            <a:extLst>
              <a:ext uri="{FF2B5EF4-FFF2-40B4-BE49-F238E27FC236}">
                <a16:creationId xmlns:a16="http://schemas.microsoft.com/office/drawing/2014/main" id="{509FF428-FD03-A3ED-E874-F7399C457B5A}"/>
              </a:ext>
            </a:extLst>
          </p:cNvPr>
          <p:cNvSpPr/>
          <p:nvPr userDrawn="1"/>
        </p:nvSpPr>
        <p:spPr>
          <a:xfrm>
            <a:off x="2895600" y="6096000"/>
            <a:ext cx="2895600" cy="76200"/>
          </a:xfrm>
          <a:prstGeom prst="rect">
            <a:avLst/>
          </a:prstGeom>
          <a:solidFill>
            <a:srgbClr val="76C2E5"/>
          </a:solidFill>
          <a:ln w="12700">
            <a:miter lim="400000"/>
          </a:ln>
        </p:spPr>
        <p:txBody>
          <a:bodyPr lIns="45719" rIns="45719" anchor="ctr"/>
          <a:lstStyle/>
          <a:p>
            <a:pPr algn="ctr">
              <a:defRPr>
                <a:solidFill>
                  <a:srgbClr val="FFFFFF"/>
                </a:solidFill>
              </a:defRPr>
            </a:pPr>
            <a:endParaRPr/>
          </a:p>
        </p:txBody>
      </p:sp>
      <p:sp>
        <p:nvSpPr>
          <p:cNvPr id="7" name="Rectangle 4">
            <a:extLst>
              <a:ext uri="{FF2B5EF4-FFF2-40B4-BE49-F238E27FC236}">
                <a16:creationId xmlns:a16="http://schemas.microsoft.com/office/drawing/2014/main" id="{A493EE98-E537-385E-2051-74DF0B3608DF}"/>
              </a:ext>
            </a:extLst>
          </p:cNvPr>
          <p:cNvSpPr/>
          <p:nvPr userDrawn="1"/>
        </p:nvSpPr>
        <p:spPr>
          <a:xfrm>
            <a:off x="0" y="6096000"/>
            <a:ext cx="2895600" cy="76200"/>
          </a:xfrm>
          <a:prstGeom prst="rect">
            <a:avLst/>
          </a:prstGeom>
          <a:solidFill>
            <a:srgbClr val="FCB017"/>
          </a:solidFill>
          <a:ln w="12700">
            <a:miter lim="400000"/>
          </a:ln>
        </p:spPr>
        <p:txBody>
          <a:bodyPr lIns="45719" rIns="45719" anchor="ctr"/>
          <a:lstStyle/>
          <a:p>
            <a:pPr algn="ctr">
              <a:defRPr>
                <a:solidFill>
                  <a:srgbClr val="FFFFFF"/>
                </a:solidFill>
              </a:defRPr>
            </a:pPr>
            <a:endParaRPr/>
          </a:p>
        </p:txBody>
      </p:sp>
      <p:sp>
        <p:nvSpPr>
          <p:cNvPr id="8" name="Rectangle 5">
            <a:extLst>
              <a:ext uri="{FF2B5EF4-FFF2-40B4-BE49-F238E27FC236}">
                <a16:creationId xmlns:a16="http://schemas.microsoft.com/office/drawing/2014/main" id="{DE4627D7-A115-550F-D7B3-42FC43297FF1}"/>
              </a:ext>
            </a:extLst>
          </p:cNvPr>
          <p:cNvSpPr/>
          <p:nvPr userDrawn="1"/>
        </p:nvSpPr>
        <p:spPr>
          <a:xfrm>
            <a:off x="5791200" y="6096000"/>
            <a:ext cx="2895600" cy="76200"/>
          </a:xfrm>
          <a:prstGeom prst="rect">
            <a:avLst/>
          </a:prstGeom>
          <a:solidFill>
            <a:srgbClr val="FF0000"/>
          </a:solidFill>
          <a:ln w="12700">
            <a:miter lim="400000"/>
          </a:ln>
        </p:spPr>
        <p:txBody>
          <a:bodyPr lIns="45719" rIns="45719" anchor="ctr"/>
          <a:lstStyle/>
          <a:p>
            <a:pPr algn="ctr">
              <a:defRPr>
                <a:solidFill>
                  <a:srgbClr val="FFFFFF"/>
                </a:solidFill>
              </a:defRPr>
            </a:pPr>
            <a:endParaRPr/>
          </a:p>
        </p:txBody>
      </p:sp>
      <p:pic>
        <p:nvPicPr>
          <p:cNvPr id="9" name="Picture 10" descr="Picture 10">
            <a:extLst>
              <a:ext uri="{FF2B5EF4-FFF2-40B4-BE49-F238E27FC236}">
                <a16:creationId xmlns:a16="http://schemas.microsoft.com/office/drawing/2014/main" id="{D695F453-58E4-7D66-AB7F-98878BD64651}"/>
              </a:ext>
            </a:extLst>
          </p:cNvPr>
          <p:cNvPicPr>
            <a:picLocks noChangeAspect="1"/>
          </p:cNvPicPr>
          <p:nvPr userDrawn="1"/>
        </p:nvPicPr>
        <p:blipFill>
          <a:blip r:embed="rId2"/>
          <a:srcRect t="2" b="28592"/>
          <a:stretch>
            <a:fillRect/>
          </a:stretch>
        </p:blipFill>
        <p:spPr>
          <a:xfrm>
            <a:off x="76200" y="3352800"/>
            <a:ext cx="2057400" cy="1979614"/>
          </a:xfrm>
          <a:prstGeom prst="rect">
            <a:avLst/>
          </a:prstGeom>
          <a:ln w="12700">
            <a:miter lim="400000"/>
          </a:ln>
        </p:spPr>
      </p:pic>
      <p:sp>
        <p:nvSpPr>
          <p:cNvPr id="10" name="TextBox 8">
            <a:extLst>
              <a:ext uri="{FF2B5EF4-FFF2-40B4-BE49-F238E27FC236}">
                <a16:creationId xmlns:a16="http://schemas.microsoft.com/office/drawing/2014/main" id="{93711A98-B303-E78D-34AC-04374950E07A}"/>
              </a:ext>
            </a:extLst>
          </p:cNvPr>
          <p:cNvSpPr txBox="1"/>
          <p:nvPr userDrawn="1"/>
        </p:nvSpPr>
        <p:spPr>
          <a:xfrm>
            <a:off x="-30481" y="5257800"/>
            <a:ext cx="2118362" cy="4984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900" b="1" spc="-150">
                <a:solidFill>
                  <a:srgbClr val="FFFFFF"/>
                </a:solidFill>
                <a:latin typeface="+mj-lt"/>
                <a:ea typeface="+mj-ea"/>
                <a:cs typeface="+mj-cs"/>
                <a:sym typeface="Arial"/>
              </a:defRPr>
            </a:pPr>
            <a:r>
              <a:rPr dirty="0"/>
              <a:t>BITS</a:t>
            </a:r>
            <a:r>
              <a:rPr b="0" dirty="0"/>
              <a:t> </a:t>
            </a:r>
            <a:r>
              <a:rPr b="0" dirty="0" err="1"/>
              <a:t>Pilani</a:t>
            </a:r>
            <a:endParaRPr b="0" dirty="0"/>
          </a:p>
        </p:txBody>
      </p:sp>
      <p:sp>
        <p:nvSpPr>
          <p:cNvPr id="18" name="Title Text"/>
          <p:cNvSpPr txBox="1">
            <a:spLocks noGrp="1"/>
          </p:cNvSpPr>
          <p:nvPr>
            <p:ph type="title"/>
          </p:nvPr>
        </p:nvSpPr>
        <p:spPr>
          <a:xfrm>
            <a:off x="2667000" y="3898061"/>
            <a:ext cx="6019800" cy="1524000"/>
          </a:xfrm>
          <a:prstGeom prst="rect">
            <a:avLst/>
          </a:prstGeom>
        </p:spPr>
        <p:txBody>
          <a:bodyPr/>
          <a:lstStyle/>
          <a:p>
            <a:r>
              <a:t>Title Text</a:t>
            </a: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Custom Layout">
    <p:bg>
      <p:bgPr>
        <a:blipFill rotWithShape="1">
          <a:blip r:embed="rId2"/>
          <a:srcRect/>
          <a:stretch>
            <a:fillRect/>
          </a:stretch>
        </a:blipFill>
        <a:effectLst/>
      </p:bgPr>
    </p:bg>
    <p:spTree>
      <p:nvGrpSpPr>
        <p:cNvPr id="1" name=""/>
        <p:cNvGrpSpPr/>
        <p:nvPr/>
      </p:nvGrpSpPr>
      <p:grpSpPr>
        <a:xfrm>
          <a:off x="0" y="0"/>
          <a:ext cx="0" cy="0"/>
          <a:chOff x="0" y="0"/>
          <a:chExt cx="0" cy="0"/>
        </a:xfrm>
      </p:grpSpPr>
      <p:sp>
        <p:nvSpPr>
          <p:cNvPr id="26" name="Rectangle 2"/>
          <p:cNvSpPr/>
          <p:nvPr/>
        </p:nvSpPr>
        <p:spPr>
          <a:xfrm>
            <a:off x="0" y="3352800"/>
            <a:ext cx="8686800" cy="2743200"/>
          </a:xfrm>
          <a:prstGeom prst="rect">
            <a:avLst/>
          </a:prstGeom>
          <a:solidFill>
            <a:srgbClr val="101141"/>
          </a:solidFill>
          <a:ln w="12700">
            <a:miter lim="400000"/>
          </a:ln>
        </p:spPr>
        <p:txBody>
          <a:bodyPr lIns="45719" rIns="45719" anchor="ctr"/>
          <a:lstStyle/>
          <a:p>
            <a:pPr algn="ctr">
              <a:defRPr>
                <a:solidFill>
                  <a:srgbClr val="FFFFFF"/>
                </a:solidFill>
                <a:latin typeface="+mj-lt"/>
                <a:ea typeface="+mj-ea"/>
                <a:cs typeface="+mj-cs"/>
                <a:sym typeface="Arial"/>
              </a:defRPr>
            </a:pPr>
            <a:endParaRPr/>
          </a:p>
        </p:txBody>
      </p:sp>
      <p:sp>
        <p:nvSpPr>
          <p:cNvPr id="27" name="Rectangle 3"/>
          <p:cNvSpPr/>
          <p:nvPr/>
        </p:nvSpPr>
        <p:spPr>
          <a:xfrm>
            <a:off x="2895600" y="6096000"/>
            <a:ext cx="2895600" cy="76200"/>
          </a:xfrm>
          <a:prstGeom prst="rect">
            <a:avLst/>
          </a:prstGeom>
          <a:solidFill>
            <a:srgbClr val="76C2E5"/>
          </a:solidFill>
          <a:ln w="12700">
            <a:miter lim="400000"/>
          </a:ln>
        </p:spPr>
        <p:txBody>
          <a:bodyPr lIns="45719" rIns="45719" anchor="ctr"/>
          <a:lstStyle/>
          <a:p>
            <a:pPr algn="ctr">
              <a:defRPr>
                <a:solidFill>
                  <a:srgbClr val="FFFFFF"/>
                </a:solidFill>
              </a:defRPr>
            </a:pPr>
            <a:endParaRPr/>
          </a:p>
        </p:txBody>
      </p:sp>
      <p:sp>
        <p:nvSpPr>
          <p:cNvPr id="28" name="Rectangle 4"/>
          <p:cNvSpPr/>
          <p:nvPr/>
        </p:nvSpPr>
        <p:spPr>
          <a:xfrm>
            <a:off x="0" y="6096000"/>
            <a:ext cx="2895600" cy="76200"/>
          </a:xfrm>
          <a:prstGeom prst="rect">
            <a:avLst/>
          </a:prstGeom>
          <a:solidFill>
            <a:srgbClr val="FCB017"/>
          </a:solidFill>
          <a:ln w="12700">
            <a:miter lim="400000"/>
          </a:ln>
        </p:spPr>
        <p:txBody>
          <a:bodyPr lIns="45719" rIns="45719" anchor="ctr"/>
          <a:lstStyle/>
          <a:p>
            <a:pPr algn="ctr">
              <a:defRPr>
                <a:solidFill>
                  <a:srgbClr val="FFFFFF"/>
                </a:solidFill>
              </a:defRPr>
            </a:pPr>
            <a:endParaRPr/>
          </a:p>
        </p:txBody>
      </p:sp>
      <p:sp>
        <p:nvSpPr>
          <p:cNvPr id="29" name="Rectangle 5"/>
          <p:cNvSpPr/>
          <p:nvPr/>
        </p:nvSpPr>
        <p:spPr>
          <a:xfrm>
            <a:off x="5791200" y="6096000"/>
            <a:ext cx="2895600" cy="76200"/>
          </a:xfrm>
          <a:prstGeom prst="rect">
            <a:avLst/>
          </a:prstGeom>
          <a:solidFill>
            <a:srgbClr val="FF0000"/>
          </a:solidFill>
          <a:ln w="12700">
            <a:miter lim="400000"/>
          </a:ln>
        </p:spPr>
        <p:txBody>
          <a:bodyPr lIns="45719" rIns="45719" anchor="ctr"/>
          <a:lstStyle/>
          <a:p>
            <a:pPr algn="ctr">
              <a:defRPr>
                <a:solidFill>
                  <a:srgbClr val="FFFFFF"/>
                </a:solidFill>
              </a:defRPr>
            </a:pPr>
            <a:endParaRPr/>
          </a:p>
        </p:txBody>
      </p:sp>
      <p:pic>
        <p:nvPicPr>
          <p:cNvPr id="30" name="Picture 10" descr="Picture 10"/>
          <p:cNvPicPr>
            <a:picLocks noChangeAspect="1"/>
          </p:cNvPicPr>
          <p:nvPr/>
        </p:nvPicPr>
        <p:blipFill>
          <a:blip r:embed="rId3"/>
          <a:srcRect t="2" b="28592"/>
          <a:stretch>
            <a:fillRect/>
          </a:stretch>
        </p:blipFill>
        <p:spPr>
          <a:xfrm>
            <a:off x="76200" y="3352800"/>
            <a:ext cx="2057400" cy="1979614"/>
          </a:xfrm>
          <a:prstGeom prst="rect">
            <a:avLst/>
          </a:prstGeom>
          <a:ln w="12700">
            <a:miter lim="400000"/>
          </a:ln>
        </p:spPr>
      </p:pic>
      <p:sp>
        <p:nvSpPr>
          <p:cNvPr id="31" name="TextBox 8"/>
          <p:cNvSpPr txBox="1"/>
          <p:nvPr/>
        </p:nvSpPr>
        <p:spPr>
          <a:xfrm>
            <a:off x="-30481" y="5257800"/>
            <a:ext cx="2118362" cy="4984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900" b="1" spc="-150">
                <a:solidFill>
                  <a:srgbClr val="FFFFFF"/>
                </a:solidFill>
                <a:latin typeface="+mj-lt"/>
                <a:ea typeface="+mj-ea"/>
                <a:cs typeface="+mj-cs"/>
                <a:sym typeface="Arial"/>
              </a:defRPr>
            </a:pPr>
            <a:r>
              <a:rPr dirty="0"/>
              <a:t>BITS</a:t>
            </a:r>
            <a:r>
              <a:rPr b="0" dirty="0"/>
              <a:t> </a:t>
            </a:r>
            <a:r>
              <a:rPr b="0" dirty="0" err="1"/>
              <a:t>Pilani</a:t>
            </a:r>
            <a:endParaRPr b="0" dirty="0"/>
          </a:p>
        </p:txBody>
      </p:sp>
      <p:sp>
        <p:nvSpPr>
          <p:cNvPr id="33" name="Body Level One…"/>
          <p:cNvSpPr txBox="1">
            <a:spLocks noGrp="1"/>
          </p:cNvSpPr>
          <p:nvPr>
            <p:ph type="body" sz="quarter" idx="1"/>
          </p:nvPr>
        </p:nvSpPr>
        <p:spPr>
          <a:xfrm>
            <a:off x="2514600" y="5410200"/>
            <a:ext cx="6019800" cy="533400"/>
          </a:xfrm>
          <a:prstGeom prst="rect">
            <a:avLst/>
          </a:prstGeom>
        </p:spPr>
        <p:txBody>
          <a:bodyPr anchor="b">
            <a:normAutofit/>
          </a:bodyPr>
          <a:lstStyle>
            <a:lvl1pPr marL="0" indent="0" algn="r">
              <a:lnSpc>
                <a:spcPts val="1800"/>
              </a:lnSpc>
              <a:spcBef>
                <a:spcPts val="0"/>
              </a:spcBef>
              <a:buSzTx/>
              <a:buFontTx/>
              <a:buNone/>
              <a:defRPr sz="1800">
                <a:solidFill>
                  <a:srgbClr val="FFFFFF"/>
                </a:solidFill>
              </a:defRPr>
            </a:lvl1pPr>
            <a:lvl2pPr marL="640896" indent="-183696" algn="r">
              <a:lnSpc>
                <a:spcPts val="1800"/>
              </a:lnSpc>
              <a:spcBef>
                <a:spcPts val="0"/>
              </a:spcBef>
              <a:buFontTx/>
              <a:defRPr sz="1800">
                <a:solidFill>
                  <a:srgbClr val="FFFFFF"/>
                </a:solidFill>
              </a:defRPr>
            </a:lvl2pPr>
            <a:lvl3pPr marL="1085850" indent="-171450" algn="r">
              <a:lnSpc>
                <a:spcPts val="1800"/>
              </a:lnSpc>
              <a:spcBef>
                <a:spcPts val="0"/>
              </a:spcBef>
              <a:buFontTx/>
              <a:defRPr sz="1800">
                <a:solidFill>
                  <a:srgbClr val="FFFFFF"/>
                </a:solidFill>
              </a:defRPr>
            </a:lvl3pPr>
            <a:lvl4pPr marL="1577339" indent="-205739" algn="r">
              <a:lnSpc>
                <a:spcPts val="1800"/>
              </a:lnSpc>
              <a:spcBef>
                <a:spcPts val="0"/>
              </a:spcBef>
              <a:buFontTx/>
              <a:defRPr sz="1800">
                <a:solidFill>
                  <a:srgbClr val="FFFFFF"/>
                </a:solidFill>
              </a:defRPr>
            </a:lvl4pPr>
            <a:lvl5pPr marL="2034539" indent="-205739" algn="r">
              <a:lnSpc>
                <a:spcPts val="1800"/>
              </a:lnSpc>
              <a:spcBef>
                <a:spcPts val="0"/>
              </a:spcBef>
              <a:buFontTx/>
              <a:defRPr sz="1800">
                <a:solidFill>
                  <a:srgbClr val="FFFFFF"/>
                </a:solidFill>
              </a:defRPr>
            </a:lvl5pPr>
          </a:lstStyle>
          <a:p>
            <a:r>
              <a:t>Body Level One</a:t>
            </a:r>
          </a:p>
          <a:p>
            <a:pPr lvl="1"/>
            <a:r>
              <a:t>Body Level Two</a:t>
            </a:r>
          </a:p>
          <a:p>
            <a:pPr lvl="2"/>
            <a:r>
              <a:t>Body Level Three</a:t>
            </a:r>
          </a:p>
          <a:p>
            <a:pPr lvl="3"/>
            <a:r>
              <a:t>Body Level Four</a:t>
            </a:r>
          </a:p>
          <a:p>
            <a:pPr lvl="4"/>
            <a:r>
              <a:t>Body Level Five</a:t>
            </a:r>
          </a:p>
        </p:txBody>
      </p:sp>
      <p:sp>
        <p:nvSpPr>
          <p:cNvPr id="34" name="Title Text"/>
          <p:cNvSpPr txBox="1">
            <a:spLocks noGrp="1"/>
          </p:cNvSpPr>
          <p:nvPr>
            <p:ph type="title"/>
          </p:nvPr>
        </p:nvSpPr>
        <p:spPr>
          <a:xfrm>
            <a:off x="2514600" y="3810000"/>
            <a:ext cx="6019800" cy="1524000"/>
          </a:xfrm>
          <a:prstGeom prst="rect">
            <a:avLst/>
          </a:prstGeom>
        </p:spPr>
        <p:txBody>
          <a:bodyPr/>
          <a:lstStyle/>
          <a:p>
            <a:r>
              <a:t>Title Text</a:t>
            </a:r>
          </a:p>
        </p:txBody>
      </p:sp>
      <p:sp>
        <p:nvSpPr>
          <p:cNvPr id="3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Section Header">
    <p:bg>
      <p:bgPr>
        <a:solidFill>
          <a:srgbClr val="FFFFFF"/>
        </a:solidFill>
        <a:effectLst/>
      </p:bgPr>
    </p:bg>
    <p:spTree>
      <p:nvGrpSpPr>
        <p:cNvPr id="1" name=""/>
        <p:cNvGrpSpPr/>
        <p:nvPr/>
      </p:nvGrpSpPr>
      <p:grpSpPr>
        <a:xfrm>
          <a:off x="0" y="0"/>
          <a:ext cx="0" cy="0"/>
          <a:chOff x="0" y="0"/>
          <a:chExt cx="0" cy="0"/>
        </a:xfrm>
      </p:grpSpPr>
      <p:pic>
        <p:nvPicPr>
          <p:cNvPr id="42" name="Picture 6" descr="Picture 6"/>
          <p:cNvPicPr>
            <a:picLocks noChangeAspect="1"/>
          </p:cNvPicPr>
          <p:nvPr/>
        </p:nvPicPr>
        <p:blipFill>
          <a:blip r:embed="rId2"/>
          <a:stretch>
            <a:fillRect/>
          </a:stretch>
        </p:blipFill>
        <p:spPr>
          <a:xfrm>
            <a:off x="0" y="0"/>
            <a:ext cx="9144000" cy="6858000"/>
          </a:xfrm>
          <a:prstGeom prst="rect">
            <a:avLst/>
          </a:prstGeom>
          <a:ln w="12700">
            <a:miter lim="400000"/>
          </a:ln>
        </p:spPr>
      </p:pic>
      <p:sp>
        <p:nvSpPr>
          <p:cNvPr id="43" name="Rectangle 2"/>
          <p:cNvSpPr/>
          <p:nvPr/>
        </p:nvSpPr>
        <p:spPr>
          <a:xfrm>
            <a:off x="0" y="4281488"/>
            <a:ext cx="9144000" cy="2576512"/>
          </a:xfrm>
          <a:prstGeom prst="rect">
            <a:avLst/>
          </a:prstGeom>
          <a:solidFill>
            <a:srgbClr val="FFFFFF"/>
          </a:solidFill>
          <a:ln>
            <a:solidFill>
              <a:srgbClr val="4A7EBB"/>
            </a:solidFill>
          </a:ln>
          <a:effectLst>
            <a:outerShdw blurRad="38100" dist="23000" dir="5400000" rotWithShape="0">
              <a:srgbClr val="000000">
                <a:alpha val="35000"/>
              </a:srgbClr>
            </a:outerShdw>
          </a:effectLst>
        </p:spPr>
        <p:txBody>
          <a:bodyPr lIns="45719" rIns="45719" anchor="ctr"/>
          <a:lstStyle/>
          <a:p>
            <a:pPr algn="ctr">
              <a:defRPr>
                <a:solidFill>
                  <a:srgbClr val="FFFFFF"/>
                </a:solidFill>
              </a:defRPr>
            </a:pPr>
            <a:endParaRPr/>
          </a:p>
        </p:txBody>
      </p:sp>
      <p:pic>
        <p:nvPicPr>
          <p:cNvPr id="44" name="Picture 8" descr="Picture 8"/>
          <p:cNvPicPr>
            <a:picLocks noChangeAspect="1"/>
          </p:cNvPicPr>
          <p:nvPr/>
        </p:nvPicPr>
        <p:blipFill>
          <a:blip r:embed="rId3"/>
          <a:srcRect t="2677" b="2677"/>
          <a:stretch>
            <a:fillRect/>
          </a:stretch>
        </p:blipFill>
        <p:spPr>
          <a:xfrm>
            <a:off x="6629400" y="0"/>
            <a:ext cx="2193925" cy="692150"/>
          </a:xfrm>
          <a:prstGeom prst="rect">
            <a:avLst/>
          </a:prstGeom>
          <a:ln w="12700">
            <a:miter lim="400000"/>
          </a:ln>
        </p:spPr>
      </p:pic>
      <p:sp>
        <p:nvSpPr>
          <p:cNvPr id="45" name="Rectangle 4"/>
          <p:cNvSpPr/>
          <p:nvPr/>
        </p:nvSpPr>
        <p:spPr>
          <a:xfrm>
            <a:off x="2882900" y="6775450"/>
            <a:ext cx="2895600" cy="76200"/>
          </a:xfrm>
          <a:prstGeom prst="rect">
            <a:avLst/>
          </a:prstGeom>
          <a:solidFill>
            <a:srgbClr val="76C2E5"/>
          </a:solidFill>
          <a:ln w="12700">
            <a:miter lim="400000"/>
          </a:ln>
        </p:spPr>
        <p:txBody>
          <a:bodyPr lIns="45719" rIns="45719" anchor="ctr"/>
          <a:lstStyle/>
          <a:p>
            <a:pPr algn="ctr">
              <a:defRPr>
                <a:solidFill>
                  <a:srgbClr val="FFFFFF"/>
                </a:solidFill>
              </a:defRPr>
            </a:pPr>
            <a:endParaRPr/>
          </a:p>
        </p:txBody>
      </p:sp>
      <p:sp>
        <p:nvSpPr>
          <p:cNvPr id="46" name="Rectangle 5"/>
          <p:cNvSpPr/>
          <p:nvPr/>
        </p:nvSpPr>
        <p:spPr>
          <a:xfrm>
            <a:off x="-12700" y="6775450"/>
            <a:ext cx="2895600" cy="76200"/>
          </a:xfrm>
          <a:prstGeom prst="rect">
            <a:avLst/>
          </a:prstGeom>
          <a:solidFill>
            <a:srgbClr val="FCB017"/>
          </a:solidFill>
          <a:ln w="12700">
            <a:miter lim="400000"/>
          </a:ln>
        </p:spPr>
        <p:txBody>
          <a:bodyPr lIns="45719" rIns="45719" anchor="ctr"/>
          <a:lstStyle/>
          <a:p>
            <a:pPr algn="ctr">
              <a:defRPr>
                <a:solidFill>
                  <a:srgbClr val="FFFFFF"/>
                </a:solidFill>
              </a:defRPr>
            </a:pPr>
            <a:endParaRPr/>
          </a:p>
        </p:txBody>
      </p:sp>
      <p:sp>
        <p:nvSpPr>
          <p:cNvPr id="47" name="Rectangle 6"/>
          <p:cNvSpPr/>
          <p:nvPr/>
        </p:nvSpPr>
        <p:spPr>
          <a:xfrm>
            <a:off x="5778500" y="6775450"/>
            <a:ext cx="2895600" cy="76200"/>
          </a:xfrm>
          <a:prstGeom prst="rect">
            <a:avLst/>
          </a:prstGeom>
          <a:solidFill>
            <a:srgbClr val="FF0000"/>
          </a:solidFill>
          <a:ln w="12700">
            <a:miter lim="400000"/>
          </a:ln>
        </p:spPr>
        <p:txBody>
          <a:bodyPr lIns="45719" rIns="45719" anchor="ctr"/>
          <a:lstStyle/>
          <a:p>
            <a:pPr algn="ctr">
              <a:defRPr>
                <a:solidFill>
                  <a:srgbClr val="FFFFFF"/>
                </a:solidFill>
              </a:defRPr>
            </a:pPr>
            <a:endParaRPr/>
          </a:p>
        </p:txBody>
      </p:sp>
      <p:sp>
        <p:nvSpPr>
          <p:cNvPr id="48" name="TextBox 7"/>
          <p:cNvSpPr txBox="1"/>
          <p:nvPr/>
        </p:nvSpPr>
        <p:spPr>
          <a:xfrm>
            <a:off x="6903719" y="762000"/>
            <a:ext cx="2118362" cy="49849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spAutoFit/>
          </a:bodyPr>
          <a:lstStyle/>
          <a:p>
            <a:pPr algn="ctr">
              <a:defRPr sz="2900" b="1" spc="-150">
                <a:solidFill>
                  <a:srgbClr val="FFFFFF"/>
                </a:solidFill>
                <a:latin typeface="+mj-lt"/>
                <a:ea typeface="+mj-ea"/>
                <a:cs typeface="+mj-cs"/>
                <a:sym typeface="Arial"/>
              </a:defRPr>
            </a:pPr>
            <a:r>
              <a:t>BITS</a:t>
            </a:r>
            <a:r>
              <a:rPr b="0"/>
              <a:t> Pilani</a:t>
            </a:r>
          </a:p>
        </p:txBody>
      </p:sp>
      <p:sp>
        <p:nvSpPr>
          <p:cNvPr id="50" name="Body Level One…"/>
          <p:cNvSpPr txBox="1">
            <a:spLocks noGrp="1"/>
          </p:cNvSpPr>
          <p:nvPr>
            <p:ph type="body" sz="half" idx="1"/>
          </p:nvPr>
        </p:nvSpPr>
        <p:spPr>
          <a:xfrm>
            <a:off x="304800" y="4648200"/>
            <a:ext cx="8458200" cy="1600200"/>
          </a:xfrm>
          <a:prstGeom prst="rect">
            <a:avLst/>
          </a:prstGeom>
        </p:spPr>
        <p:txBody>
          <a:bodyPr>
            <a:normAutofit/>
          </a:bodyPr>
          <a:lstStyle>
            <a:lvl1pPr marL="0" indent="0">
              <a:lnSpc>
                <a:spcPts val="4200"/>
              </a:lnSpc>
              <a:spcBef>
                <a:spcPts val="0"/>
              </a:spcBef>
              <a:buSzTx/>
              <a:buFontTx/>
              <a:buNone/>
              <a:defRPr sz="4000" b="1" spc="-150"/>
            </a:lvl1pPr>
            <a:lvl2pPr marL="865414" indent="-408214">
              <a:lnSpc>
                <a:spcPts val="4200"/>
              </a:lnSpc>
              <a:spcBef>
                <a:spcPts val="0"/>
              </a:spcBef>
              <a:buFontTx/>
              <a:defRPr sz="4000" b="1" spc="-150"/>
            </a:lvl2pPr>
            <a:lvl3pPr marL="1295400" indent="-381000">
              <a:lnSpc>
                <a:spcPts val="4200"/>
              </a:lnSpc>
              <a:spcBef>
                <a:spcPts val="0"/>
              </a:spcBef>
              <a:buFontTx/>
              <a:defRPr sz="4000" b="1" spc="-150"/>
            </a:lvl3pPr>
            <a:lvl4pPr marL="1828800" indent="-457200">
              <a:lnSpc>
                <a:spcPts val="4200"/>
              </a:lnSpc>
              <a:spcBef>
                <a:spcPts val="0"/>
              </a:spcBef>
              <a:buFontTx/>
              <a:defRPr sz="4000" b="1" spc="-150"/>
            </a:lvl4pPr>
            <a:lvl5pPr marL="2286000" indent="-457200">
              <a:lnSpc>
                <a:spcPts val="4200"/>
              </a:lnSpc>
              <a:spcBef>
                <a:spcPts val="0"/>
              </a:spcBef>
              <a:buFontTx/>
              <a:defRPr sz="4000" b="1" spc="-150"/>
            </a:lvl5pPr>
          </a:lstStyle>
          <a:p>
            <a:r>
              <a:t>Body Level One</a:t>
            </a:r>
          </a:p>
          <a:p>
            <a:pPr lvl="1"/>
            <a:r>
              <a:t>Body Level Two</a:t>
            </a:r>
          </a:p>
          <a:p>
            <a:pPr lvl="2"/>
            <a:r>
              <a:t>Body Level Three</a:t>
            </a:r>
          </a:p>
          <a:p>
            <a:pPr lvl="3"/>
            <a:r>
              <a:t>Body Level Four</a:t>
            </a:r>
          </a:p>
          <a:p>
            <a:pPr lvl="4"/>
            <a:r>
              <a:t>Body Level Five</a:t>
            </a:r>
          </a:p>
        </p:txBody>
      </p:sp>
      <p:sp>
        <p:nvSpPr>
          <p:cNvPr id="5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Content">
    <p:bg>
      <p:bgPr>
        <a:solidFill>
          <a:srgbClr val="FFFFFF"/>
        </a:solidFill>
        <a:effectLst/>
      </p:bgPr>
    </p:bg>
    <p:spTree>
      <p:nvGrpSpPr>
        <p:cNvPr id="1" name=""/>
        <p:cNvGrpSpPr/>
        <p:nvPr/>
      </p:nvGrpSpPr>
      <p:grpSpPr>
        <a:xfrm>
          <a:off x="0" y="0"/>
          <a:ext cx="0" cy="0"/>
          <a:chOff x="0" y="0"/>
          <a:chExt cx="0" cy="0"/>
        </a:xfrm>
      </p:grpSpPr>
      <p:grpSp>
        <p:nvGrpSpPr>
          <p:cNvPr id="28" name="Group 27">
            <a:extLst>
              <a:ext uri="{FF2B5EF4-FFF2-40B4-BE49-F238E27FC236}">
                <a16:creationId xmlns:a16="http://schemas.microsoft.com/office/drawing/2014/main" id="{9E9826F6-77EC-4995-BFD7-0318A680BA1A}"/>
              </a:ext>
            </a:extLst>
          </p:cNvPr>
          <p:cNvGrpSpPr/>
          <p:nvPr userDrawn="1"/>
        </p:nvGrpSpPr>
        <p:grpSpPr>
          <a:xfrm>
            <a:off x="0" y="0"/>
            <a:ext cx="9144001" cy="6857673"/>
            <a:chOff x="0" y="0"/>
            <a:chExt cx="9144001" cy="6857673"/>
          </a:xfrm>
        </p:grpSpPr>
        <p:grpSp>
          <p:nvGrpSpPr>
            <p:cNvPr id="46" name="Group 6">
              <a:extLst>
                <a:ext uri="{FF2B5EF4-FFF2-40B4-BE49-F238E27FC236}">
                  <a16:creationId xmlns:a16="http://schemas.microsoft.com/office/drawing/2014/main" id="{32D72169-E06F-45D8-A5EC-D681EB602EE5}"/>
                </a:ext>
              </a:extLst>
            </p:cNvPr>
            <p:cNvGrpSpPr/>
            <p:nvPr userDrawn="1"/>
          </p:nvGrpSpPr>
          <p:grpSpPr>
            <a:xfrm>
              <a:off x="0" y="1295400"/>
              <a:ext cx="7010401" cy="46038"/>
              <a:chOff x="0" y="0"/>
              <a:chExt cx="7010400" cy="46037"/>
            </a:xfrm>
          </p:grpSpPr>
          <p:sp>
            <p:nvSpPr>
              <p:cNvPr id="53" name="Rectangle 6">
                <a:extLst>
                  <a:ext uri="{FF2B5EF4-FFF2-40B4-BE49-F238E27FC236}">
                    <a16:creationId xmlns:a16="http://schemas.microsoft.com/office/drawing/2014/main" id="{31663E90-6CD3-4B00-A313-2FF6AA636CAA}"/>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7">
                <a:extLst>
                  <a:ext uri="{FF2B5EF4-FFF2-40B4-BE49-F238E27FC236}">
                    <a16:creationId xmlns:a16="http://schemas.microsoft.com/office/drawing/2014/main" id="{991F866D-51D8-403E-B66D-97E9D9FB56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5" name="Rectangle 8">
                <a:extLst>
                  <a:ext uri="{FF2B5EF4-FFF2-40B4-BE49-F238E27FC236}">
                    <a16:creationId xmlns:a16="http://schemas.microsoft.com/office/drawing/2014/main" id="{35316865-7F39-4EDA-9213-10248D1FBE9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47" name="Group 10">
              <a:extLst>
                <a:ext uri="{FF2B5EF4-FFF2-40B4-BE49-F238E27FC236}">
                  <a16:creationId xmlns:a16="http://schemas.microsoft.com/office/drawing/2014/main" id="{2D2DD56F-AE09-49F0-9B99-D2EE701D8FF5}"/>
                </a:ext>
              </a:extLst>
            </p:cNvPr>
            <p:cNvGrpSpPr/>
            <p:nvPr userDrawn="1"/>
          </p:nvGrpSpPr>
          <p:grpSpPr>
            <a:xfrm>
              <a:off x="2133600" y="6553200"/>
              <a:ext cx="7010401" cy="46038"/>
              <a:chOff x="0" y="0"/>
              <a:chExt cx="7010400" cy="46037"/>
            </a:xfrm>
          </p:grpSpPr>
          <p:sp>
            <p:nvSpPr>
              <p:cNvPr id="50" name="Rectangle 10">
                <a:extLst>
                  <a:ext uri="{FF2B5EF4-FFF2-40B4-BE49-F238E27FC236}">
                    <a16:creationId xmlns:a16="http://schemas.microsoft.com/office/drawing/2014/main" id="{DAEB79DB-4734-4234-BD44-76AB6ABA11F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1" name="Rectangle 11">
                <a:extLst>
                  <a:ext uri="{FF2B5EF4-FFF2-40B4-BE49-F238E27FC236}">
                    <a16:creationId xmlns:a16="http://schemas.microsoft.com/office/drawing/2014/main" id="{508D804C-A4C7-412F-8063-43C12673820B}"/>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2" name="Rectangle 12">
                <a:extLst>
                  <a:ext uri="{FF2B5EF4-FFF2-40B4-BE49-F238E27FC236}">
                    <a16:creationId xmlns:a16="http://schemas.microsoft.com/office/drawing/2014/main" id="{827A04DF-D4FE-44C0-87D7-AF2AA37D3F9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48" name="Picture 14" descr="Picture 14">
              <a:extLst>
                <a:ext uri="{FF2B5EF4-FFF2-40B4-BE49-F238E27FC236}">
                  <a16:creationId xmlns:a16="http://schemas.microsoft.com/office/drawing/2014/main" id="{5DC18BF1-5331-4F2F-A174-787311906D18}"/>
                </a:ext>
              </a:extLst>
            </p:cNvPr>
            <p:cNvPicPr>
              <a:picLocks noChangeAspect="1"/>
            </p:cNvPicPr>
            <p:nvPr userDrawn="1"/>
          </p:nvPicPr>
          <p:blipFill>
            <a:blip r:embed="rId2"/>
            <a:srcRect t="2677" b="2677"/>
            <a:stretch>
              <a:fillRect/>
            </a:stretch>
          </p:blipFill>
          <p:spPr>
            <a:xfrm>
              <a:off x="6629400" y="0"/>
              <a:ext cx="2193925" cy="692150"/>
            </a:xfrm>
            <a:prstGeom prst="rect">
              <a:avLst/>
            </a:prstGeom>
            <a:ln w="12700">
              <a:miter lim="400000"/>
            </a:ln>
          </p:spPr>
        </p:pic>
        <p:sp>
          <p:nvSpPr>
            <p:cNvPr id="49" name="TextBox 14">
              <a:extLst>
                <a:ext uri="{FF2B5EF4-FFF2-40B4-BE49-F238E27FC236}">
                  <a16:creationId xmlns:a16="http://schemas.microsoft.com/office/drawing/2014/main" id="{BA5796A7-03C0-4F17-B86D-A3B33F3BC2CE}"/>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sp>
        <p:nvSpPr>
          <p:cNvPr id="100" name="Body Level One…"/>
          <p:cNvSpPr txBox="1">
            <a:spLocks noGrp="1"/>
          </p:cNvSpPr>
          <p:nvPr>
            <p:ph type="body" sz="quarter" idx="1"/>
          </p:nvPr>
        </p:nvSpPr>
        <p:spPr>
          <a:xfrm>
            <a:off x="304800" y="152400"/>
            <a:ext cx="6324600" cy="1143000"/>
          </a:xfrm>
          <a:prstGeom prst="rect">
            <a:avLst/>
          </a:prstGeom>
        </p:spPr>
        <p:txBody>
          <a:bodyPr anchor="ctr">
            <a:normAutofit/>
          </a:bodyPr>
          <a:lstStyle>
            <a:lvl1pPr indent="-685800">
              <a:lnSpc>
                <a:spcPts val="3600"/>
              </a:lnSpc>
              <a:spcBef>
                <a:spcPts val="0"/>
              </a:spcBef>
              <a:buSzTx/>
              <a:buFontTx/>
              <a:buNone/>
              <a:defRPr sz="3600" b="1" spc="-150"/>
            </a:lvl1pPr>
            <a:lvl2pPr marL="824592" indent="-367392">
              <a:lnSpc>
                <a:spcPts val="3600"/>
              </a:lnSpc>
              <a:spcBef>
                <a:spcPts val="0"/>
              </a:spcBef>
              <a:buFontTx/>
              <a:defRPr sz="3600" b="1" spc="-150"/>
            </a:lvl2pPr>
            <a:lvl3pPr marL="1257300" indent="-342900">
              <a:lnSpc>
                <a:spcPts val="3600"/>
              </a:lnSpc>
              <a:spcBef>
                <a:spcPts val="0"/>
              </a:spcBef>
              <a:buFontTx/>
              <a:defRPr sz="3600" b="1" spc="-150"/>
            </a:lvl3pPr>
            <a:lvl4pPr marL="1783079" indent="-411479">
              <a:lnSpc>
                <a:spcPts val="3600"/>
              </a:lnSpc>
              <a:spcBef>
                <a:spcPts val="0"/>
              </a:spcBef>
              <a:buFontTx/>
              <a:defRPr sz="3600" b="1" spc="-150"/>
            </a:lvl4pPr>
            <a:lvl5pPr marL="2240279" indent="-411479">
              <a:lnSpc>
                <a:spcPts val="3600"/>
              </a:lnSpc>
              <a:spcBef>
                <a:spcPts val="0"/>
              </a:spcBef>
              <a:buFontTx/>
              <a:defRPr sz="3600" b="1" spc="-150"/>
            </a:lvl5p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0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wo Content">
    <p:bg>
      <p:bgPr>
        <a:solidFill>
          <a:srgbClr val="FFFFFF"/>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FFD8716B-A31C-47B4-A0C5-7548CDD430C6}"/>
              </a:ext>
            </a:extLst>
          </p:cNvPr>
          <p:cNvGrpSpPr/>
          <p:nvPr userDrawn="1"/>
        </p:nvGrpSpPr>
        <p:grpSpPr>
          <a:xfrm>
            <a:off x="-59470" y="-641099"/>
            <a:ext cx="9267429" cy="8253818"/>
            <a:chOff x="-59470" y="-641099"/>
            <a:chExt cx="9267429" cy="8253818"/>
          </a:xfrm>
        </p:grpSpPr>
        <p:pic>
          <p:nvPicPr>
            <p:cNvPr id="23" name="Graphic 22">
              <a:extLst>
                <a:ext uri="{FF2B5EF4-FFF2-40B4-BE49-F238E27FC236}">
                  <a16:creationId xmlns:a16="http://schemas.microsoft.com/office/drawing/2014/main" id="{5680844E-99C5-4EC4-B180-E92A1197398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a16="http://schemas.microsoft.com/office/drawing/2014/main" id="{3DF246C4-7681-40D2-BD7F-05D1FC48F1E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a16="http://schemas.microsoft.com/office/drawing/2014/main" id="{1C3A5CD5-E5A4-4ACE-A91A-27B1E844C52B}"/>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4" name="Graphic 43">
              <a:extLst>
                <a:ext uri="{FF2B5EF4-FFF2-40B4-BE49-F238E27FC236}">
                  <a16:creationId xmlns:a16="http://schemas.microsoft.com/office/drawing/2014/main" id="{9469C547-61A0-45EB-B6FA-25B60785AFA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5" name="Graphic 44">
              <a:extLst>
                <a:ext uri="{FF2B5EF4-FFF2-40B4-BE49-F238E27FC236}">
                  <a16:creationId xmlns:a16="http://schemas.microsoft.com/office/drawing/2014/main" id="{217C0F69-5C4A-46A1-81DF-1368943C859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6" name="Group 45">
              <a:extLst>
                <a:ext uri="{FF2B5EF4-FFF2-40B4-BE49-F238E27FC236}">
                  <a16:creationId xmlns:a16="http://schemas.microsoft.com/office/drawing/2014/main" id="{5F7D3B5F-9C84-4CDD-ADC5-1C7AEA7FFA30}"/>
                </a:ext>
              </a:extLst>
            </p:cNvPr>
            <p:cNvGrpSpPr/>
            <p:nvPr userDrawn="1"/>
          </p:nvGrpSpPr>
          <p:grpSpPr>
            <a:xfrm>
              <a:off x="0" y="0"/>
              <a:ext cx="9144001" cy="6857673"/>
              <a:chOff x="0" y="0"/>
              <a:chExt cx="9144001" cy="6857673"/>
            </a:xfrm>
          </p:grpSpPr>
          <p:grpSp>
            <p:nvGrpSpPr>
              <p:cNvPr id="48" name="Group 6">
                <a:extLst>
                  <a:ext uri="{FF2B5EF4-FFF2-40B4-BE49-F238E27FC236}">
                    <a16:creationId xmlns:a16="http://schemas.microsoft.com/office/drawing/2014/main" id="{94E0EC27-CD44-4116-BDFE-8C07A845F21D}"/>
                  </a:ext>
                </a:extLst>
              </p:cNvPr>
              <p:cNvGrpSpPr/>
              <p:nvPr userDrawn="1"/>
            </p:nvGrpSpPr>
            <p:grpSpPr>
              <a:xfrm>
                <a:off x="0" y="1295400"/>
                <a:ext cx="7010401" cy="46038"/>
                <a:chOff x="0" y="0"/>
                <a:chExt cx="7010400" cy="46037"/>
              </a:xfrm>
            </p:grpSpPr>
            <p:sp>
              <p:nvSpPr>
                <p:cNvPr id="55" name="Rectangle 6">
                  <a:extLst>
                    <a:ext uri="{FF2B5EF4-FFF2-40B4-BE49-F238E27FC236}">
                      <a16:creationId xmlns:a16="http://schemas.microsoft.com/office/drawing/2014/main" id="{A6BF9062-0344-4685-A2A4-47E7FFFD73B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6" name="Rectangle 7">
                  <a:extLst>
                    <a:ext uri="{FF2B5EF4-FFF2-40B4-BE49-F238E27FC236}">
                      <a16:creationId xmlns:a16="http://schemas.microsoft.com/office/drawing/2014/main" id="{64025BE1-99DE-43D5-BA61-5EE12DD7C1C7}"/>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8">
                  <a:extLst>
                    <a:ext uri="{FF2B5EF4-FFF2-40B4-BE49-F238E27FC236}">
                      <a16:creationId xmlns:a16="http://schemas.microsoft.com/office/drawing/2014/main" id="{074D5DEA-390A-4108-83CB-EE96445CE40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49" name="Group 10">
                <a:extLst>
                  <a:ext uri="{FF2B5EF4-FFF2-40B4-BE49-F238E27FC236}">
                    <a16:creationId xmlns:a16="http://schemas.microsoft.com/office/drawing/2014/main" id="{552E09F6-519C-4756-9EA7-45D6DCBE310D}"/>
                  </a:ext>
                </a:extLst>
              </p:cNvPr>
              <p:cNvGrpSpPr/>
              <p:nvPr userDrawn="1"/>
            </p:nvGrpSpPr>
            <p:grpSpPr>
              <a:xfrm>
                <a:off x="2133600" y="6553200"/>
                <a:ext cx="7010401" cy="46038"/>
                <a:chOff x="0" y="0"/>
                <a:chExt cx="7010400" cy="46037"/>
              </a:xfrm>
            </p:grpSpPr>
            <p:sp>
              <p:nvSpPr>
                <p:cNvPr id="52" name="Rectangle 10">
                  <a:extLst>
                    <a:ext uri="{FF2B5EF4-FFF2-40B4-BE49-F238E27FC236}">
                      <a16:creationId xmlns:a16="http://schemas.microsoft.com/office/drawing/2014/main" id="{F6963B12-636B-4383-B53F-0920A9A2D2A0}"/>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3" name="Rectangle 11">
                  <a:extLst>
                    <a:ext uri="{FF2B5EF4-FFF2-40B4-BE49-F238E27FC236}">
                      <a16:creationId xmlns:a16="http://schemas.microsoft.com/office/drawing/2014/main" id="{6D65AAF7-65CB-490D-AE4C-56EB3A380F6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2">
                  <a:extLst>
                    <a:ext uri="{FF2B5EF4-FFF2-40B4-BE49-F238E27FC236}">
                      <a16:creationId xmlns:a16="http://schemas.microsoft.com/office/drawing/2014/main" id="{82692E83-6BB2-4F17-81B3-5FB0B92EA780}"/>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0" name="Picture 14" descr="Picture 14">
                <a:extLst>
                  <a:ext uri="{FF2B5EF4-FFF2-40B4-BE49-F238E27FC236}">
                    <a16:creationId xmlns:a16="http://schemas.microsoft.com/office/drawing/2014/main" id="{70822080-A35E-497B-A345-0B4F6B3CEC34}"/>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1" name="TextBox 14">
                <a:extLst>
                  <a:ext uri="{FF2B5EF4-FFF2-40B4-BE49-F238E27FC236}">
                    <a16:creationId xmlns:a16="http://schemas.microsoft.com/office/drawing/2014/main" id="{35FF49B6-322B-45EA-ADB7-89C68BCD8C5E}"/>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7" name="Graphic 46">
              <a:extLst>
                <a:ext uri="{FF2B5EF4-FFF2-40B4-BE49-F238E27FC236}">
                  <a16:creationId xmlns:a16="http://schemas.microsoft.com/office/drawing/2014/main" id="{5201B7A3-E0CF-49C7-BCF5-6D53993FB453}"/>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147" name="Body Level One…"/>
          <p:cNvSpPr txBox="1">
            <a:spLocks noGrp="1"/>
          </p:cNvSpPr>
          <p:nvPr>
            <p:ph type="body" sz="half" idx="1"/>
          </p:nvPr>
        </p:nvSpPr>
        <p:spPr>
          <a:xfrm>
            <a:off x="4953000" y="1600200"/>
            <a:ext cx="4038600" cy="4525963"/>
          </a:xfrm>
          <a:prstGeom prst="rect">
            <a:avLst/>
          </a:prstGeom>
        </p:spPr>
        <p:txBody>
          <a:bodyPr>
            <a:normAutofit/>
          </a:bodyPr>
          <a:lstStyle>
            <a:lvl1pPr>
              <a:spcBef>
                <a:spcPts val="600"/>
              </a:spcBef>
              <a:buSzTx/>
              <a:buFontTx/>
              <a:buNone/>
              <a:defRPr sz="2800"/>
            </a:lvl1pPr>
            <a:lvl2pPr marL="957262" indent="-500062">
              <a:spcBef>
                <a:spcPts val="600"/>
              </a:spcBef>
              <a:buFontTx/>
              <a:defRPr sz="2800"/>
            </a:lvl2pPr>
            <a:lvl3pPr marL="1234439" indent="-320039">
              <a:spcBef>
                <a:spcPts val="600"/>
              </a:spcBef>
              <a:buFontTx/>
              <a:defRPr sz="2800"/>
            </a:lvl3pPr>
            <a:lvl4pPr marL="1727200" indent="-355600">
              <a:spcBef>
                <a:spcPts val="600"/>
              </a:spcBef>
              <a:buFontTx/>
              <a:defRPr sz="2800"/>
            </a:lvl4pPr>
            <a:lvl5pPr marL="2184400" indent="-355600">
              <a:spcBef>
                <a:spcPts val="600"/>
              </a:spcBef>
              <a:buFontTx/>
              <a:defRPr sz="2800"/>
            </a:lvl5pPr>
          </a:lstStyle>
          <a:p>
            <a:r>
              <a:t>Body Level One</a:t>
            </a:r>
          </a:p>
          <a:p>
            <a:pPr lvl="1"/>
            <a:r>
              <a:t>Body Level Two</a:t>
            </a:r>
          </a:p>
          <a:p>
            <a:pPr lvl="2"/>
            <a:r>
              <a:t>Body Level Three</a:t>
            </a:r>
          </a:p>
          <a:p>
            <a:pPr lvl="3"/>
            <a:r>
              <a:t>Body Level Four</a:t>
            </a:r>
          </a:p>
          <a:p>
            <a:pPr lvl="4"/>
            <a:r>
              <a:t>Body Level Five</a:t>
            </a:r>
          </a:p>
        </p:txBody>
      </p:sp>
      <p:sp>
        <p:nvSpPr>
          <p:cNvPr id="14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Comparison">
    <p:bg>
      <p:bgPr>
        <a:solidFill>
          <a:srgbClr val="FFFFFF"/>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83C6F3F4-5751-43BB-8C7D-E213EC59F5AA}"/>
              </a:ext>
            </a:extLst>
          </p:cNvPr>
          <p:cNvGrpSpPr/>
          <p:nvPr userDrawn="1"/>
        </p:nvGrpSpPr>
        <p:grpSpPr>
          <a:xfrm>
            <a:off x="-59470" y="-641099"/>
            <a:ext cx="9267429" cy="8253818"/>
            <a:chOff x="-59470" y="-641099"/>
            <a:chExt cx="9267429" cy="8253818"/>
          </a:xfrm>
        </p:grpSpPr>
        <p:pic>
          <p:nvPicPr>
            <p:cNvPr id="24" name="Graphic 23">
              <a:extLst>
                <a:ext uri="{FF2B5EF4-FFF2-40B4-BE49-F238E27FC236}">
                  <a16:creationId xmlns:a16="http://schemas.microsoft.com/office/drawing/2014/main" id="{3100B7FA-AEEE-4B3E-BF82-561149B2BC1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5" name="Graphic 24">
              <a:extLst>
                <a:ext uri="{FF2B5EF4-FFF2-40B4-BE49-F238E27FC236}">
                  <a16:creationId xmlns:a16="http://schemas.microsoft.com/office/drawing/2014/main" id="{CA1F78BE-6A45-4BEE-B3D7-5B27F29777F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6" name="Graphic 25">
              <a:extLst>
                <a:ext uri="{FF2B5EF4-FFF2-40B4-BE49-F238E27FC236}">
                  <a16:creationId xmlns:a16="http://schemas.microsoft.com/office/drawing/2014/main" id="{4F972F80-0475-4E37-81F3-DF25FE0B49A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5" name="Graphic 44">
              <a:extLst>
                <a:ext uri="{FF2B5EF4-FFF2-40B4-BE49-F238E27FC236}">
                  <a16:creationId xmlns:a16="http://schemas.microsoft.com/office/drawing/2014/main" id="{0C8BCD8D-488C-4254-8236-C54B886306BA}"/>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6" name="Graphic 45">
              <a:extLst>
                <a:ext uri="{FF2B5EF4-FFF2-40B4-BE49-F238E27FC236}">
                  <a16:creationId xmlns:a16="http://schemas.microsoft.com/office/drawing/2014/main" id="{2EDFD120-14DA-495A-8AED-AED69AF6823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7" name="Group 46">
              <a:extLst>
                <a:ext uri="{FF2B5EF4-FFF2-40B4-BE49-F238E27FC236}">
                  <a16:creationId xmlns:a16="http://schemas.microsoft.com/office/drawing/2014/main" id="{B2740D71-E14A-4547-9EF5-592B9A01A999}"/>
                </a:ext>
              </a:extLst>
            </p:cNvPr>
            <p:cNvGrpSpPr/>
            <p:nvPr userDrawn="1"/>
          </p:nvGrpSpPr>
          <p:grpSpPr>
            <a:xfrm>
              <a:off x="0" y="0"/>
              <a:ext cx="9144001" cy="6857673"/>
              <a:chOff x="0" y="0"/>
              <a:chExt cx="9144001" cy="6857673"/>
            </a:xfrm>
          </p:grpSpPr>
          <p:grpSp>
            <p:nvGrpSpPr>
              <p:cNvPr id="49" name="Group 6">
                <a:extLst>
                  <a:ext uri="{FF2B5EF4-FFF2-40B4-BE49-F238E27FC236}">
                    <a16:creationId xmlns:a16="http://schemas.microsoft.com/office/drawing/2014/main" id="{20AE3508-2CAE-49F6-9380-FEBEC6AE18A1}"/>
                  </a:ext>
                </a:extLst>
              </p:cNvPr>
              <p:cNvGrpSpPr/>
              <p:nvPr userDrawn="1"/>
            </p:nvGrpSpPr>
            <p:grpSpPr>
              <a:xfrm>
                <a:off x="0" y="1295400"/>
                <a:ext cx="7010401" cy="46038"/>
                <a:chOff x="0" y="0"/>
                <a:chExt cx="7010400" cy="46037"/>
              </a:xfrm>
            </p:grpSpPr>
            <p:sp>
              <p:nvSpPr>
                <p:cNvPr id="56" name="Rectangle 6">
                  <a:extLst>
                    <a:ext uri="{FF2B5EF4-FFF2-40B4-BE49-F238E27FC236}">
                      <a16:creationId xmlns:a16="http://schemas.microsoft.com/office/drawing/2014/main" id="{24132926-3854-4E73-9F61-FFAE5A7A1A47}"/>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7">
                  <a:extLst>
                    <a:ext uri="{FF2B5EF4-FFF2-40B4-BE49-F238E27FC236}">
                      <a16:creationId xmlns:a16="http://schemas.microsoft.com/office/drawing/2014/main" id="{62E95AD1-C80F-4E74-A9C5-D34DE62DE821}"/>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8" name="Rectangle 8">
                  <a:extLst>
                    <a:ext uri="{FF2B5EF4-FFF2-40B4-BE49-F238E27FC236}">
                      <a16:creationId xmlns:a16="http://schemas.microsoft.com/office/drawing/2014/main" id="{CCFFD9FF-0E13-4ACB-BF93-17B024793B98}"/>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50" name="Group 10">
                <a:extLst>
                  <a:ext uri="{FF2B5EF4-FFF2-40B4-BE49-F238E27FC236}">
                    <a16:creationId xmlns:a16="http://schemas.microsoft.com/office/drawing/2014/main" id="{0D855871-BE12-498A-AB58-46EF62159C4F}"/>
                  </a:ext>
                </a:extLst>
              </p:cNvPr>
              <p:cNvGrpSpPr/>
              <p:nvPr userDrawn="1"/>
            </p:nvGrpSpPr>
            <p:grpSpPr>
              <a:xfrm>
                <a:off x="2133600" y="6553200"/>
                <a:ext cx="7010401" cy="46038"/>
                <a:chOff x="0" y="0"/>
                <a:chExt cx="7010400" cy="46037"/>
              </a:xfrm>
            </p:grpSpPr>
            <p:sp>
              <p:nvSpPr>
                <p:cNvPr id="53" name="Rectangle 10">
                  <a:extLst>
                    <a:ext uri="{FF2B5EF4-FFF2-40B4-BE49-F238E27FC236}">
                      <a16:creationId xmlns:a16="http://schemas.microsoft.com/office/drawing/2014/main" id="{C977D99F-D1F8-45A3-ADF9-564B6E2C33B2}"/>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1">
                  <a:extLst>
                    <a:ext uri="{FF2B5EF4-FFF2-40B4-BE49-F238E27FC236}">
                      <a16:creationId xmlns:a16="http://schemas.microsoft.com/office/drawing/2014/main" id="{31017A24-6422-4F19-B9AA-92767E4CE1B0}"/>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5" name="Rectangle 12">
                  <a:extLst>
                    <a:ext uri="{FF2B5EF4-FFF2-40B4-BE49-F238E27FC236}">
                      <a16:creationId xmlns:a16="http://schemas.microsoft.com/office/drawing/2014/main" id="{9653E56F-820B-4B37-B055-A3C49FF7E2F4}"/>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1" name="Picture 14" descr="Picture 14">
                <a:extLst>
                  <a:ext uri="{FF2B5EF4-FFF2-40B4-BE49-F238E27FC236}">
                    <a16:creationId xmlns:a16="http://schemas.microsoft.com/office/drawing/2014/main" id="{E9AFB7EB-F4A0-4F61-B3FC-95170197BC58}"/>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2" name="TextBox 14">
                <a:extLst>
                  <a:ext uri="{FF2B5EF4-FFF2-40B4-BE49-F238E27FC236}">
                    <a16:creationId xmlns:a16="http://schemas.microsoft.com/office/drawing/2014/main" id="{0A56C53E-F093-4235-B0C3-8FDF84D95BFF}"/>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8" name="Graphic 47">
              <a:extLst>
                <a:ext uri="{FF2B5EF4-FFF2-40B4-BE49-F238E27FC236}">
                  <a16:creationId xmlns:a16="http://schemas.microsoft.com/office/drawing/2014/main" id="{B0F0EE30-1431-48B8-8A47-F3CED9AB2925}"/>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194" name="Body Level One…"/>
          <p:cNvSpPr txBox="1">
            <a:spLocks noGrp="1"/>
          </p:cNvSpPr>
          <p:nvPr>
            <p:ph type="body" sz="quarter" idx="1"/>
          </p:nvPr>
        </p:nvSpPr>
        <p:spPr>
          <a:xfrm>
            <a:off x="457200" y="1535112"/>
            <a:ext cx="4040188" cy="827088"/>
          </a:xfrm>
          <a:prstGeom prst="rect">
            <a:avLst/>
          </a:prstGeom>
        </p:spPr>
        <p:txBody>
          <a:bodyPr anchor="b">
            <a:normAutofit/>
          </a:bodyPr>
          <a:lstStyle>
            <a:lvl1pPr marL="0" indent="0">
              <a:spcBef>
                <a:spcPts val="500"/>
              </a:spcBef>
              <a:buSzTx/>
              <a:buFontTx/>
              <a:buNone/>
              <a:defRPr sz="2400" b="1"/>
            </a:lvl1pPr>
            <a:lvl2pPr marL="0" indent="457200">
              <a:spcBef>
                <a:spcPts val="500"/>
              </a:spcBef>
              <a:buSzTx/>
              <a:buFontTx/>
              <a:buNone/>
              <a:defRPr sz="2400" b="1"/>
            </a:lvl2pPr>
            <a:lvl3pPr marL="0" indent="914400">
              <a:spcBef>
                <a:spcPts val="500"/>
              </a:spcBef>
              <a:buSzTx/>
              <a:buFontTx/>
              <a:buNone/>
              <a:defRPr sz="2400" b="1"/>
            </a:lvl3pPr>
            <a:lvl4pPr marL="0" indent="1371600">
              <a:spcBef>
                <a:spcPts val="500"/>
              </a:spcBef>
              <a:buSzTx/>
              <a:buFontTx/>
              <a:buNone/>
              <a:defRPr sz="2400" b="1"/>
            </a:lvl4pPr>
            <a:lvl5pPr marL="0" indent="1828800">
              <a:spcBef>
                <a:spcPts val="500"/>
              </a:spcBef>
              <a:buSzTx/>
              <a:buFontTx/>
              <a:buNone/>
              <a:defRPr sz="2400" b="1"/>
            </a:lvl5pPr>
          </a:lstStyle>
          <a:p>
            <a:r>
              <a:t>Body Level One</a:t>
            </a:r>
          </a:p>
          <a:p>
            <a:pPr lvl="1"/>
            <a:r>
              <a:t>Body Level Two</a:t>
            </a:r>
          </a:p>
          <a:p>
            <a:pPr lvl="2"/>
            <a:r>
              <a:t>Body Level Three</a:t>
            </a:r>
          </a:p>
          <a:p>
            <a:pPr lvl="3"/>
            <a:r>
              <a:t>Body Level Four</a:t>
            </a:r>
          </a:p>
          <a:p>
            <a:pPr lvl="4"/>
            <a:r>
              <a:t>Body Level Five</a:t>
            </a:r>
          </a:p>
        </p:txBody>
      </p:sp>
      <p:sp>
        <p:nvSpPr>
          <p:cNvPr id="195" name="Text Placeholder 4"/>
          <p:cNvSpPr>
            <a:spLocks noGrp="1"/>
          </p:cNvSpPr>
          <p:nvPr>
            <p:ph type="body" sz="quarter" idx="21"/>
          </p:nvPr>
        </p:nvSpPr>
        <p:spPr>
          <a:xfrm>
            <a:off x="4645025" y="1535112"/>
            <a:ext cx="4041775" cy="827088"/>
          </a:xfrm>
          <a:prstGeom prst="rect">
            <a:avLst/>
          </a:prstGeom>
        </p:spPr>
        <p:txBody>
          <a:bodyPr anchor="b">
            <a:normAutofit/>
          </a:bodyPr>
          <a:lstStyle/>
          <a:p>
            <a:pPr marL="0" indent="0">
              <a:spcBef>
                <a:spcPts val="500"/>
              </a:spcBef>
              <a:buSzTx/>
              <a:buFontTx/>
              <a:buNone/>
              <a:defRPr sz="2400" b="1"/>
            </a:pPr>
            <a:endParaRPr/>
          </a:p>
        </p:txBody>
      </p:sp>
      <p:sp>
        <p:nvSpPr>
          <p:cNvPr id="197"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Blank">
    <p:bg>
      <p:bgPr>
        <a:solidFill>
          <a:srgbClr val="FFFFFF">
            <a:alpha val="72000"/>
          </a:srgbClr>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DD5745CB-06AA-4B81-957F-FB40813E1114}"/>
              </a:ext>
            </a:extLst>
          </p:cNvPr>
          <p:cNvGrpSpPr/>
          <p:nvPr userDrawn="1"/>
        </p:nvGrpSpPr>
        <p:grpSpPr>
          <a:xfrm>
            <a:off x="-59470" y="-641099"/>
            <a:ext cx="9267429" cy="8253818"/>
            <a:chOff x="-59470" y="-641099"/>
            <a:chExt cx="9267429" cy="8253818"/>
          </a:xfrm>
        </p:grpSpPr>
        <p:pic>
          <p:nvPicPr>
            <p:cNvPr id="23" name="Graphic 22">
              <a:extLst>
                <a:ext uri="{FF2B5EF4-FFF2-40B4-BE49-F238E27FC236}">
                  <a16:creationId xmlns:a16="http://schemas.microsoft.com/office/drawing/2014/main" id="{9CF6619D-D89D-4695-84F2-4D14B9CE5CB3}"/>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4" name="Graphic 23">
              <a:extLst>
                <a:ext uri="{FF2B5EF4-FFF2-40B4-BE49-F238E27FC236}">
                  <a16:creationId xmlns:a16="http://schemas.microsoft.com/office/drawing/2014/main" id="{3F684C8C-B74B-40AF-ABA0-D1634725725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5" name="Graphic 24">
              <a:extLst>
                <a:ext uri="{FF2B5EF4-FFF2-40B4-BE49-F238E27FC236}">
                  <a16:creationId xmlns:a16="http://schemas.microsoft.com/office/drawing/2014/main" id="{9347B43F-FF3F-4A48-9060-6D5ED0C6A56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4" name="Graphic 43">
              <a:extLst>
                <a:ext uri="{FF2B5EF4-FFF2-40B4-BE49-F238E27FC236}">
                  <a16:creationId xmlns:a16="http://schemas.microsoft.com/office/drawing/2014/main" id="{E002E591-4F7B-48A9-9F72-9E4DE09C2B3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5" name="Graphic 44">
              <a:extLst>
                <a:ext uri="{FF2B5EF4-FFF2-40B4-BE49-F238E27FC236}">
                  <a16:creationId xmlns:a16="http://schemas.microsoft.com/office/drawing/2014/main" id="{09B02342-AE14-4FD7-923C-6D9B53B916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6" name="Group 45">
              <a:extLst>
                <a:ext uri="{FF2B5EF4-FFF2-40B4-BE49-F238E27FC236}">
                  <a16:creationId xmlns:a16="http://schemas.microsoft.com/office/drawing/2014/main" id="{12F6725C-53D2-4236-87F9-62DF3413A481}"/>
                </a:ext>
              </a:extLst>
            </p:cNvPr>
            <p:cNvGrpSpPr/>
            <p:nvPr userDrawn="1"/>
          </p:nvGrpSpPr>
          <p:grpSpPr>
            <a:xfrm>
              <a:off x="0" y="0"/>
              <a:ext cx="9144001" cy="6857673"/>
              <a:chOff x="0" y="0"/>
              <a:chExt cx="9144001" cy="6857673"/>
            </a:xfrm>
          </p:grpSpPr>
          <p:grpSp>
            <p:nvGrpSpPr>
              <p:cNvPr id="48" name="Group 6">
                <a:extLst>
                  <a:ext uri="{FF2B5EF4-FFF2-40B4-BE49-F238E27FC236}">
                    <a16:creationId xmlns:a16="http://schemas.microsoft.com/office/drawing/2014/main" id="{5D5570D8-518F-4A65-AB4C-10057F149106}"/>
                  </a:ext>
                </a:extLst>
              </p:cNvPr>
              <p:cNvGrpSpPr/>
              <p:nvPr userDrawn="1"/>
            </p:nvGrpSpPr>
            <p:grpSpPr>
              <a:xfrm>
                <a:off x="0" y="1295400"/>
                <a:ext cx="7010401" cy="46038"/>
                <a:chOff x="0" y="0"/>
                <a:chExt cx="7010400" cy="46037"/>
              </a:xfrm>
            </p:grpSpPr>
            <p:sp>
              <p:nvSpPr>
                <p:cNvPr id="55" name="Rectangle 6">
                  <a:extLst>
                    <a:ext uri="{FF2B5EF4-FFF2-40B4-BE49-F238E27FC236}">
                      <a16:creationId xmlns:a16="http://schemas.microsoft.com/office/drawing/2014/main" id="{F8BC0A35-0293-4229-B935-BFF81052072D}"/>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6" name="Rectangle 7">
                  <a:extLst>
                    <a:ext uri="{FF2B5EF4-FFF2-40B4-BE49-F238E27FC236}">
                      <a16:creationId xmlns:a16="http://schemas.microsoft.com/office/drawing/2014/main" id="{F86283D0-4A1E-43CD-B49A-B5DEF391613C}"/>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8">
                  <a:extLst>
                    <a:ext uri="{FF2B5EF4-FFF2-40B4-BE49-F238E27FC236}">
                      <a16:creationId xmlns:a16="http://schemas.microsoft.com/office/drawing/2014/main" id="{21009D49-5D49-47D3-9581-2B06B0F95B53}"/>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49" name="Group 10">
                <a:extLst>
                  <a:ext uri="{FF2B5EF4-FFF2-40B4-BE49-F238E27FC236}">
                    <a16:creationId xmlns:a16="http://schemas.microsoft.com/office/drawing/2014/main" id="{F6AC508B-8E77-4674-8422-3B4DA12D07FD}"/>
                  </a:ext>
                </a:extLst>
              </p:cNvPr>
              <p:cNvGrpSpPr/>
              <p:nvPr userDrawn="1"/>
            </p:nvGrpSpPr>
            <p:grpSpPr>
              <a:xfrm>
                <a:off x="2133600" y="6553200"/>
                <a:ext cx="7010401" cy="46038"/>
                <a:chOff x="0" y="0"/>
                <a:chExt cx="7010400" cy="46037"/>
              </a:xfrm>
            </p:grpSpPr>
            <p:sp>
              <p:nvSpPr>
                <p:cNvPr id="52" name="Rectangle 10">
                  <a:extLst>
                    <a:ext uri="{FF2B5EF4-FFF2-40B4-BE49-F238E27FC236}">
                      <a16:creationId xmlns:a16="http://schemas.microsoft.com/office/drawing/2014/main" id="{EF35E278-0085-4428-A96D-7CA4168C754B}"/>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3" name="Rectangle 11">
                  <a:extLst>
                    <a:ext uri="{FF2B5EF4-FFF2-40B4-BE49-F238E27FC236}">
                      <a16:creationId xmlns:a16="http://schemas.microsoft.com/office/drawing/2014/main" id="{476F634D-3AEE-4698-B03A-21206F970959}"/>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2">
                  <a:extLst>
                    <a:ext uri="{FF2B5EF4-FFF2-40B4-BE49-F238E27FC236}">
                      <a16:creationId xmlns:a16="http://schemas.microsoft.com/office/drawing/2014/main" id="{3EC4A554-78FE-4858-9D34-5D12D86AB4F8}"/>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0" name="Picture 14" descr="Picture 14">
                <a:extLst>
                  <a:ext uri="{FF2B5EF4-FFF2-40B4-BE49-F238E27FC236}">
                    <a16:creationId xmlns:a16="http://schemas.microsoft.com/office/drawing/2014/main" id="{D53E0125-E6C8-4170-8576-A8B945924E84}"/>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1" name="TextBox 14">
                <a:extLst>
                  <a:ext uri="{FF2B5EF4-FFF2-40B4-BE49-F238E27FC236}">
                    <a16:creationId xmlns:a16="http://schemas.microsoft.com/office/drawing/2014/main" id="{3BF71A74-AAB4-4ED8-9AC1-98341ED06B55}"/>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7" name="Graphic 46">
              <a:extLst>
                <a:ext uri="{FF2B5EF4-FFF2-40B4-BE49-F238E27FC236}">
                  <a16:creationId xmlns:a16="http://schemas.microsoft.com/office/drawing/2014/main" id="{AF9A04AC-78E1-4BBC-9A65-F9118363579B}"/>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242" name="Body Level One…"/>
          <p:cNvSpPr txBox="1">
            <a:spLocks noGrp="1"/>
          </p:cNvSpPr>
          <p:nvPr>
            <p:ph type="body" sz="quarter" idx="1"/>
          </p:nvPr>
        </p:nvSpPr>
        <p:spPr>
          <a:xfrm>
            <a:off x="304800" y="152400"/>
            <a:ext cx="6324600" cy="1143000"/>
          </a:xfrm>
          <a:prstGeom prst="rect">
            <a:avLst/>
          </a:prstGeom>
        </p:spPr>
        <p:txBody>
          <a:bodyPr anchor="ctr">
            <a:normAutofit/>
          </a:bodyPr>
          <a:lstStyle>
            <a:lvl1pPr indent="-685800">
              <a:lnSpc>
                <a:spcPts val="3600"/>
              </a:lnSpc>
              <a:spcBef>
                <a:spcPts val="0"/>
              </a:spcBef>
              <a:buSzTx/>
              <a:buFontTx/>
              <a:buNone/>
              <a:defRPr sz="3600" b="1" spc="-150"/>
            </a:lvl1pPr>
            <a:lvl2pPr marL="824592" indent="-367392">
              <a:lnSpc>
                <a:spcPts val="3600"/>
              </a:lnSpc>
              <a:spcBef>
                <a:spcPts val="0"/>
              </a:spcBef>
              <a:buFontTx/>
              <a:defRPr sz="3600" b="1" spc="-150"/>
            </a:lvl2pPr>
            <a:lvl3pPr marL="1257300" indent="-342900">
              <a:lnSpc>
                <a:spcPts val="3600"/>
              </a:lnSpc>
              <a:spcBef>
                <a:spcPts val="0"/>
              </a:spcBef>
              <a:buFontTx/>
              <a:defRPr sz="3600" b="1" spc="-150"/>
            </a:lvl3pPr>
            <a:lvl4pPr marL="1783079" indent="-411479">
              <a:lnSpc>
                <a:spcPts val="3600"/>
              </a:lnSpc>
              <a:spcBef>
                <a:spcPts val="0"/>
              </a:spcBef>
              <a:buFontTx/>
              <a:defRPr sz="3600" b="1" spc="-150"/>
            </a:lvl4pPr>
            <a:lvl5pPr marL="2240279" indent="-411479">
              <a:lnSpc>
                <a:spcPts val="3600"/>
              </a:lnSpc>
              <a:spcBef>
                <a:spcPts val="0"/>
              </a:spcBef>
              <a:buFontTx/>
              <a:defRPr sz="3600" b="1" spc="-150"/>
            </a:lvl5pPr>
          </a:lstStyle>
          <a:p>
            <a:r>
              <a:t>Body Level One</a:t>
            </a:r>
          </a:p>
          <a:p>
            <a:pPr lvl="1"/>
            <a:r>
              <a:t>Body Level Two</a:t>
            </a:r>
          </a:p>
          <a:p>
            <a:pPr lvl="2"/>
            <a:r>
              <a:t>Body Level Three</a:t>
            </a:r>
          </a:p>
          <a:p>
            <a:pPr lvl="3"/>
            <a:r>
              <a:t>Body Level Four</a:t>
            </a:r>
          </a:p>
          <a:p>
            <a:pPr lvl="4"/>
            <a:r>
              <a:t>Body Level Five</a:t>
            </a:r>
          </a:p>
        </p:txBody>
      </p:sp>
      <p:sp>
        <p:nvSpPr>
          <p:cNvPr id="24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ntent with Caption">
    <p:bg>
      <p:bgPr>
        <a:solidFill>
          <a:srgbClr val="FFFFFF"/>
        </a:solidFill>
        <a:effectLst/>
      </p:bgPr>
    </p:bg>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EBA91D93-81E9-4E44-BA3B-BFC4DB61B9B1}"/>
              </a:ext>
            </a:extLst>
          </p:cNvPr>
          <p:cNvGrpSpPr/>
          <p:nvPr userDrawn="1"/>
        </p:nvGrpSpPr>
        <p:grpSpPr>
          <a:xfrm>
            <a:off x="-59470" y="-641099"/>
            <a:ext cx="9267429" cy="8253818"/>
            <a:chOff x="-59470" y="-641099"/>
            <a:chExt cx="9267429" cy="8253818"/>
          </a:xfrm>
        </p:grpSpPr>
        <p:pic>
          <p:nvPicPr>
            <p:cNvPr id="24" name="Graphic 23">
              <a:extLst>
                <a:ext uri="{FF2B5EF4-FFF2-40B4-BE49-F238E27FC236}">
                  <a16:creationId xmlns:a16="http://schemas.microsoft.com/office/drawing/2014/main" id="{A03074E5-C395-4142-B82C-55575CC3750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25" name="Graphic 24">
              <a:extLst>
                <a:ext uri="{FF2B5EF4-FFF2-40B4-BE49-F238E27FC236}">
                  <a16:creationId xmlns:a16="http://schemas.microsoft.com/office/drawing/2014/main" id="{5043B723-FDC1-4C80-B36E-65A0302A4A6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26" name="Graphic 25">
              <a:extLst>
                <a:ext uri="{FF2B5EF4-FFF2-40B4-BE49-F238E27FC236}">
                  <a16:creationId xmlns:a16="http://schemas.microsoft.com/office/drawing/2014/main" id="{5DB4FDD8-D8D7-4A39-973E-FF204CF26F7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45" name="Graphic 44">
              <a:extLst>
                <a:ext uri="{FF2B5EF4-FFF2-40B4-BE49-F238E27FC236}">
                  <a16:creationId xmlns:a16="http://schemas.microsoft.com/office/drawing/2014/main" id="{276FF869-530C-4BCB-92FE-054992EB10F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46" name="Graphic 45">
              <a:extLst>
                <a:ext uri="{FF2B5EF4-FFF2-40B4-BE49-F238E27FC236}">
                  <a16:creationId xmlns:a16="http://schemas.microsoft.com/office/drawing/2014/main" id="{D919A7FA-FDD4-4C10-97CC-BCD6F27C1D3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47" name="Group 46">
              <a:extLst>
                <a:ext uri="{FF2B5EF4-FFF2-40B4-BE49-F238E27FC236}">
                  <a16:creationId xmlns:a16="http://schemas.microsoft.com/office/drawing/2014/main" id="{CCCFF274-1225-4563-806D-A565D4704B4E}"/>
                </a:ext>
              </a:extLst>
            </p:cNvPr>
            <p:cNvGrpSpPr/>
            <p:nvPr userDrawn="1"/>
          </p:nvGrpSpPr>
          <p:grpSpPr>
            <a:xfrm>
              <a:off x="0" y="0"/>
              <a:ext cx="9144001" cy="6857673"/>
              <a:chOff x="0" y="0"/>
              <a:chExt cx="9144001" cy="6857673"/>
            </a:xfrm>
          </p:grpSpPr>
          <p:grpSp>
            <p:nvGrpSpPr>
              <p:cNvPr id="49" name="Group 6">
                <a:extLst>
                  <a:ext uri="{FF2B5EF4-FFF2-40B4-BE49-F238E27FC236}">
                    <a16:creationId xmlns:a16="http://schemas.microsoft.com/office/drawing/2014/main" id="{A78C547C-62FD-49F4-8220-87E6108E1DC0}"/>
                  </a:ext>
                </a:extLst>
              </p:cNvPr>
              <p:cNvGrpSpPr/>
              <p:nvPr userDrawn="1"/>
            </p:nvGrpSpPr>
            <p:grpSpPr>
              <a:xfrm>
                <a:off x="0" y="1295400"/>
                <a:ext cx="7010401" cy="46038"/>
                <a:chOff x="0" y="0"/>
                <a:chExt cx="7010400" cy="46037"/>
              </a:xfrm>
            </p:grpSpPr>
            <p:sp>
              <p:nvSpPr>
                <p:cNvPr id="56" name="Rectangle 6">
                  <a:extLst>
                    <a:ext uri="{FF2B5EF4-FFF2-40B4-BE49-F238E27FC236}">
                      <a16:creationId xmlns:a16="http://schemas.microsoft.com/office/drawing/2014/main" id="{E131FBB3-C3F0-4F2C-AA58-58B5D5B147F0}"/>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7" name="Rectangle 7">
                  <a:extLst>
                    <a:ext uri="{FF2B5EF4-FFF2-40B4-BE49-F238E27FC236}">
                      <a16:creationId xmlns:a16="http://schemas.microsoft.com/office/drawing/2014/main" id="{7C694F41-E945-4E8B-BA86-DC9A598526C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8" name="Rectangle 8">
                  <a:extLst>
                    <a:ext uri="{FF2B5EF4-FFF2-40B4-BE49-F238E27FC236}">
                      <a16:creationId xmlns:a16="http://schemas.microsoft.com/office/drawing/2014/main" id="{857E2CF2-3046-46A4-889D-40063CCC6F3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50" name="Group 10">
                <a:extLst>
                  <a:ext uri="{FF2B5EF4-FFF2-40B4-BE49-F238E27FC236}">
                    <a16:creationId xmlns:a16="http://schemas.microsoft.com/office/drawing/2014/main" id="{EC7C1379-6432-4776-8A30-B023A4412329}"/>
                  </a:ext>
                </a:extLst>
              </p:cNvPr>
              <p:cNvGrpSpPr/>
              <p:nvPr userDrawn="1"/>
            </p:nvGrpSpPr>
            <p:grpSpPr>
              <a:xfrm>
                <a:off x="2133600" y="6553200"/>
                <a:ext cx="7010401" cy="46038"/>
                <a:chOff x="0" y="0"/>
                <a:chExt cx="7010400" cy="46037"/>
              </a:xfrm>
            </p:grpSpPr>
            <p:sp>
              <p:nvSpPr>
                <p:cNvPr id="53" name="Rectangle 10">
                  <a:extLst>
                    <a:ext uri="{FF2B5EF4-FFF2-40B4-BE49-F238E27FC236}">
                      <a16:creationId xmlns:a16="http://schemas.microsoft.com/office/drawing/2014/main" id="{A8A7BDE8-B2DB-48A5-BEC9-63C3D85E29DE}"/>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4" name="Rectangle 11">
                  <a:extLst>
                    <a:ext uri="{FF2B5EF4-FFF2-40B4-BE49-F238E27FC236}">
                      <a16:creationId xmlns:a16="http://schemas.microsoft.com/office/drawing/2014/main" id="{13B51388-D487-404B-8E80-29EBE51F59E4}"/>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55" name="Rectangle 12">
                  <a:extLst>
                    <a:ext uri="{FF2B5EF4-FFF2-40B4-BE49-F238E27FC236}">
                      <a16:creationId xmlns:a16="http://schemas.microsoft.com/office/drawing/2014/main" id="{0726AA02-C9CE-4E8C-A77E-9A458E9F0225}"/>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51" name="Picture 14" descr="Picture 14">
                <a:extLst>
                  <a:ext uri="{FF2B5EF4-FFF2-40B4-BE49-F238E27FC236}">
                    <a16:creationId xmlns:a16="http://schemas.microsoft.com/office/drawing/2014/main" id="{F4752845-A425-4626-8999-478B6153E307}"/>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52" name="TextBox 14">
                <a:extLst>
                  <a:ext uri="{FF2B5EF4-FFF2-40B4-BE49-F238E27FC236}">
                    <a16:creationId xmlns:a16="http://schemas.microsoft.com/office/drawing/2014/main" id="{E2DF6F5B-D493-4810-B293-745C2BA1A0FC}"/>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48" name="Graphic 47">
              <a:extLst>
                <a:ext uri="{FF2B5EF4-FFF2-40B4-BE49-F238E27FC236}">
                  <a16:creationId xmlns:a16="http://schemas.microsoft.com/office/drawing/2014/main" id="{09623608-3D09-45A2-8F67-52AC08DC4932}"/>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279" name="Body Level One…"/>
          <p:cNvSpPr txBox="1">
            <a:spLocks noGrp="1"/>
          </p:cNvSpPr>
          <p:nvPr>
            <p:ph type="body" sz="half" idx="1"/>
          </p:nvPr>
        </p:nvSpPr>
        <p:spPr>
          <a:xfrm>
            <a:off x="3575050" y="1600200"/>
            <a:ext cx="5111750" cy="4525963"/>
          </a:xfrm>
          <a:prstGeom prst="rect">
            <a:avLst/>
          </a:prstGeom>
        </p:spPr>
        <p:txBody>
          <a:bodyPr>
            <a:normAutofit/>
          </a:bodyPr>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290" name="Text Placeholder 3"/>
          <p:cNvSpPr>
            <a:spLocks noGrp="1"/>
          </p:cNvSpPr>
          <p:nvPr>
            <p:ph type="body" sz="half" idx="21"/>
          </p:nvPr>
        </p:nvSpPr>
        <p:spPr>
          <a:xfrm>
            <a:off x="457199" y="1600200"/>
            <a:ext cx="3008315" cy="4525963"/>
          </a:xfrm>
          <a:prstGeom prst="rect">
            <a:avLst/>
          </a:prstGeom>
        </p:spPr>
        <p:txBody>
          <a:bodyPr>
            <a:normAutofit/>
          </a:bodyPr>
          <a:lstStyle/>
          <a:p>
            <a:pPr marL="0" indent="0">
              <a:spcBef>
                <a:spcPts val="300"/>
              </a:spcBef>
              <a:buSzTx/>
              <a:buFontTx/>
              <a:buNone/>
              <a:defRPr sz="1400"/>
            </a:pPr>
            <a:endParaRPr dirty="0"/>
          </a:p>
        </p:txBody>
      </p:sp>
      <p:sp>
        <p:nvSpPr>
          <p:cNvPr id="292"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Picture with Caption">
    <p:bg>
      <p:bgPr>
        <a:solidFill>
          <a:srgbClr val="FFFFFF"/>
        </a:solidFill>
        <a:effectLst/>
      </p:bgPr>
    </p:bg>
    <p:spTree>
      <p:nvGrpSpPr>
        <p:cNvPr id="1" name=""/>
        <p:cNvGrpSpPr/>
        <p:nvPr/>
      </p:nvGrpSpPr>
      <p:grpSpPr>
        <a:xfrm>
          <a:off x="0" y="0"/>
          <a:ext cx="0" cy="0"/>
          <a:chOff x="0" y="0"/>
          <a:chExt cx="0" cy="0"/>
        </a:xfrm>
      </p:grpSpPr>
      <p:grpSp>
        <p:nvGrpSpPr>
          <p:cNvPr id="76" name="Group 75">
            <a:extLst>
              <a:ext uri="{FF2B5EF4-FFF2-40B4-BE49-F238E27FC236}">
                <a16:creationId xmlns:a16="http://schemas.microsoft.com/office/drawing/2014/main" id="{0635ADB2-6EA8-4BAD-8DAD-0182A2D9B5D3}"/>
              </a:ext>
            </a:extLst>
          </p:cNvPr>
          <p:cNvGrpSpPr/>
          <p:nvPr userDrawn="1"/>
        </p:nvGrpSpPr>
        <p:grpSpPr>
          <a:xfrm>
            <a:off x="-59470" y="-641099"/>
            <a:ext cx="9267429" cy="8253818"/>
            <a:chOff x="-59470" y="-641099"/>
            <a:chExt cx="9267429" cy="8253818"/>
          </a:xfrm>
        </p:grpSpPr>
        <p:pic>
          <p:nvPicPr>
            <p:cNvPr id="77" name="Graphic 76">
              <a:extLst>
                <a:ext uri="{FF2B5EF4-FFF2-40B4-BE49-F238E27FC236}">
                  <a16:creationId xmlns:a16="http://schemas.microsoft.com/office/drawing/2014/main" id="{A2BB439D-C20C-4C61-883B-5D07B84E6E7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78" name="Graphic 77">
              <a:extLst>
                <a:ext uri="{FF2B5EF4-FFF2-40B4-BE49-F238E27FC236}">
                  <a16:creationId xmlns:a16="http://schemas.microsoft.com/office/drawing/2014/main" id="{A2344A81-D7C5-4E75-BD95-2C318577491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79" name="Graphic 78">
              <a:extLst>
                <a:ext uri="{FF2B5EF4-FFF2-40B4-BE49-F238E27FC236}">
                  <a16:creationId xmlns:a16="http://schemas.microsoft.com/office/drawing/2014/main" id="{493B14BD-1E4B-4DAF-8B9A-008ACC84DBF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80" name="Graphic 79">
              <a:extLst>
                <a:ext uri="{FF2B5EF4-FFF2-40B4-BE49-F238E27FC236}">
                  <a16:creationId xmlns:a16="http://schemas.microsoft.com/office/drawing/2014/main" id="{1017A1EE-D786-4AD9-8114-7031497F17D0}"/>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81" name="Graphic 80">
              <a:extLst>
                <a:ext uri="{FF2B5EF4-FFF2-40B4-BE49-F238E27FC236}">
                  <a16:creationId xmlns:a16="http://schemas.microsoft.com/office/drawing/2014/main" id="{5EB74B49-6A5D-4E90-A8EF-F1A27B22DD44}"/>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82" name="Group 81">
              <a:extLst>
                <a:ext uri="{FF2B5EF4-FFF2-40B4-BE49-F238E27FC236}">
                  <a16:creationId xmlns:a16="http://schemas.microsoft.com/office/drawing/2014/main" id="{80B25D4E-B9E2-4A64-A8A8-6B92913B4C6C}"/>
                </a:ext>
              </a:extLst>
            </p:cNvPr>
            <p:cNvGrpSpPr/>
            <p:nvPr userDrawn="1"/>
          </p:nvGrpSpPr>
          <p:grpSpPr>
            <a:xfrm>
              <a:off x="0" y="0"/>
              <a:ext cx="9144001" cy="6857673"/>
              <a:chOff x="0" y="0"/>
              <a:chExt cx="9144001" cy="6857673"/>
            </a:xfrm>
          </p:grpSpPr>
          <p:grpSp>
            <p:nvGrpSpPr>
              <p:cNvPr id="84" name="Group 6">
                <a:extLst>
                  <a:ext uri="{FF2B5EF4-FFF2-40B4-BE49-F238E27FC236}">
                    <a16:creationId xmlns:a16="http://schemas.microsoft.com/office/drawing/2014/main" id="{A2EA67C3-44DA-4665-8AE2-141440DB23E2}"/>
                  </a:ext>
                </a:extLst>
              </p:cNvPr>
              <p:cNvGrpSpPr/>
              <p:nvPr userDrawn="1"/>
            </p:nvGrpSpPr>
            <p:grpSpPr>
              <a:xfrm>
                <a:off x="0" y="1295400"/>
                <a:ext cx="7010401" cy="46038"/>
                <a:chOff x="0" y="0"/>
                <a:chExt cx="7010400" cy="46037"/>
              </a:xfrm>
            </p:grpSpPr>
            <p:sp>
              <p:nvSpPr>
                <p:cNvPr id="91" name="Rectangle 6">
                  <a:extLst>
                    <a:ext uri="{FF2B5EF4-FFF2-40B4-BE49-F238E27FC236}">
                      <a16:creationId xmlns:a16="http://schemas.microsoft.com/office/drawing/2014/main" id="{D463F1CA-4C9D-4BCC-B0BD-14721FADA3F5}"/>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2" name="Rectangle 7">
                  <a:extLst>
                    <a:ext uri="{FF2B5EF4-FFF2-40B4-BE49-F238E27FC236}">
                      <a16:creationId xmlns:a16="http://schemas.microsoft.com/office/drawing/2014/main" id="{2EF7E6B7-9421-4BAA-AB81-AE89E08FDF08}"/>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3" name="Rectangle 8">
                  <a:extLst>
                    <a:ext uri="{FF2B5EF4-FFF2-40B4-BE49-F238E27FC236}">
                      <a16:creationId xmlns:a16="http://schemas.microsoft.com/office/drawing/2014/main" id="{AFEE1048-04C1-4DCE-8973-4784C897E7F9}"/>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85" name="Group 10">
                <a:extLst>
                  <a:ext uri="{FF2B5EF4-FFF2-40B4-BE49-F238E27FC236}">
                    <a16:creationId xmlns:a16="http://schemas.microsoft.com/office/drawing/2014/main" id="{62DA8075-114E-4D1A-8199-46D51587204A}"/>
                  </a:ext>
                </a:extLst>
              </p:cNvPr>
              <p:cNvGrpSpPr/>
              <p:nvPr userDrawn="1"/>
            </p:nvGrpSpPr>
            <p:grpSpPr>
              <a:xfrm>
                <a:off x="2133600" y="6553200"/>
                <a:ext cx="7010401" cy="46038"/>
                <a:chOff x="0" y="0"/>
                <a:chExt cx="7010400" cy="46037"/>
              </a:xfrm>
            </p:grpSpPr>
            <p:sp>
              <p:nvSpPr>
                <p:cNvPr id="88" name="Rectangle 10">
                  <a:extLst>
                    <a:ext uri="{FF2B5EF4-FFF2-40B4-BE49-F238E27FC236}">
                      <a16:creationId xmlns:a16="http://schemas.microsoft.com/office/drawing/2014/main" id="{42070327-4A30-4BA2-A8E6-6E330B5F30EB}"/>
                    </a:ext>
                  </a:extLst>
                </p:cNvPr>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89" name="Rectangle 11">
                  <a:extLst>
                    <a:ext uri="{FF2B5EF4-FFF2-40B4-BE49-F238E27FC236}">
                      <a16:creationId xmlns:a16="http://schemas.microsoft.com/office/drawing/2014/main" id="{EB4AF601-277A-494B-9871-87FBA75E5451}"/>
                    </a:ext>
                  </a:extLst>
                </p:cNvPr>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90" name="Rectangle 12">
                  <a:extLst>
                    <a:ext uri="{FF2B5EF4-FFF2-40B4-BE49-F238E27FC236}">
                      <a16:creationId xmlns:a16="http://schemas.microsoft.com/office/drawing/2014/main" id="{AB04FF31-B9E9-4A43-98B4-8DB577BD3837}"/>
                    </a:ext>
                  </a:extLst>
                </p:cNvPr>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86" name="Picture 14" descr="Picture 14">
                <a:extLst>
                  <a:ext uri="{FF2B5EF4-FFF2-40B4-BE49-F238E27FC236}">
                    <a16:creationId xmlns:a16="http://schemas.microsoft.com/office/drawing/2014/main" id="{F8C276B3-EE15-4980-9AC5-AF2F16814A5D}"/>
                  </a:ext>
                </a:extLst>
              </p:cNvPr>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87" name="TextBox 14">
                <a:extLst>
                  <a:ext uri="{FF2B5EF4-FFF2-40B4-BE49-F238E27FC236}">
                    <a16:creationId xmlns:a16="http://schemas.microsoft.com/office/drawing/2014/main" id="{D133DA9B-065F-4040-94C1-D75BBB8A8147}"/>
                  </a:ext>
                </a:extLst>
              </p:cNvPr>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83" name="Graphic 82">
              <a:extLst>
                <a:ext uri="{FF2B5EF4-FFF2-40B4-BE49-F238E27FC236}">
                  <a16:creationId xmlns:a16="http://schemas.microsoft.com/office/drawing/2014/main" id="{DD930F25-DAB1-4FE7-A1F6-75A37FD151BD}"/>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
        <p:nvSpPr>
          <p:cNvPr id="337" name="Title Text"/>
          <p:cNvSpPr txBox="1">
            <a:spLocks noGrp="1"/>
          </p:cNvSpPr>
          <p:nvPr>
            <p:ph type="title"/>
          </p:nvPr>
        </p:nvSpPr>
        <p:spPr>
          <a:xfrm>
            <a:off x="1792288" y="5407025"/>
            <a:ext cx="5486401" cy="304800"/>
          </a:xfrm>
          <a:prstGeom prst="rect">
            <a:avLst/>
          </a:prstGeom>
        </p:spPr>
        <p:txBody>
          <a:bodyPr anchor="b"/>
          <a:lstStyle>
            <a:lvl1pPr>
              <a:lnSpc>
                <a:spcPct val="100000"/>
              </a:lnSpc>
              <a:defRPr sz="1800" spc="0">
                <a:solidFill>
                  <a:srgbClr val="000000"/>
                </a:solidFill>
              </a:defRPr>
            </a:lvl1pPr>
          </a:lstStyle>
          <a:p>
            <a:r>
              <a:t>Title Text</a:t>
            </a:r>
          </a:p>
        </p:txBody>
      </p:sp>
      <p:sp>
        <p:nvSpPr>
          <p:cNvPr id="338" name="Body Level One…"/>
          <p:cNvSpPr txBox="1">
            <a:spLocks noGrp="1"/>
          </p:cNvSpPr>
          <p:nvPr>
            <p:ph type="body" sz="quarter" idx="1"/>
          </p:nvPr>
        </p:nvSpPr>
        <p:spPr>
          <a:xfrm>
            <a:off x="1792288" y="5711825"/>
            <a:ext cx="5486401" cy="304800"/>
          </a:xfrm>
          <a:prstGeom prst="rect">
            <a:avLst/>
          </a:prstGeom>
        </p:spPr>
        <p:txBody>
          <a:bodyPr>
            <a:normAutofit/>
          </a:bodyPr>
          <a:lstStyle>
            <a:lvl1pPr marL="0" indent="0">
              <a:spcBef>
                <a:spcPts val="300"/>
              </a:spcBef>
              <a:buSzTx/>
              <a:buFontTx/>
              <a:buNone/>
              <a:defRPr sz="1600"/>
            </a:lvl1pPr>
            <a:lvl2pPr marL="0" indent="457200">
              <a:spcBef>
                <a:spcPts val="300"/>
              </a:spcBef>
              <a:buSzTx/>
              <a:buFontTx/>
              <a:buNone/>
              <a:defRPr sz="1600"/>
            </a:lvl2pPr>
            <a:lvl3pPr marL="0" indent="914400">
              <a:spcBef>
                <a:spcPts val="300"/>
              </a:spcBef>
              <a:buSzTx/>
              <a:buFontTx/>
              <a:buNone/>
              <a:defRPr sz="1600"/>
            </a:lvl3pPr>
            <a:lvl4pPr marL="0" indent="1371600">
              <a:spcBef>
                <a:spcPts val="300"/>
              </a:spcBef>
              <a:buSzTx/>
              <a:buFontTx/>
              <a:buNone/>
              <a:defRPr sz="1600"/>
            </a:lvl4pPr>
            <a:lvl5pPr marL="0" indent="1828800">
              <a:spcBef>
                <a:spcPts val="300"/>
              </a:spcBef>
              <a:buSzTx/>
              <a:buFontTx/>
              <a:buNone/>
              <a:defRPr sz="1600"/>
            </a:lvl5pPr>
          </a:lstStyle>
          <a:p>
            <a:r>
              <a:t>Body Level One</a:t>
            </a:r>
          </a:p>
          <a:p>
            <a:pPr lvl="1"/>
            <a:r>
              <a:t>Body Level Two</a:t>
            </a:r>
          </a:p>
          <a:p>
            <a:pPr lvl="2"/>
            <a:r>
              <a:t>Body Level Three</a:t>
            </a:r>
          </a:p>
          <a:p>
            <a:pPr lvl="3"/>
            <a:r>
              <a:t>Body Level Four</a:t>
            </a:r>
          </a:p>
          <a:p>
            <a:pPr lvl="4"/>
            <a:r>
              <a:t>Body Level Five</a:t>
            </a:r>
          </a:p>
        </p:txBody>
      </p:sp>
      <p:sp>
        <p:nvSpPr>
          <p:cNvPr id="339" name="Picture Placeholder 2"/>
          <p:cNvSpPr>
            <a:spLocks noGrp="1"/>
          </p:cNvSpPr>
          <p:nvPr>
            <p:ph type="pic" sz="half" idx="21"/>
          </p:nvPr>
        </p:nvSpPr>
        <p:spPr>
          <a:xfrm>
            <a:off x="1792288" y="1828800"/>
            <a:ext cx="5486401" cy="3429000"/>
          </a:xfrm>
          <a:prstGeom prst="rect">
            <a:avLst/>
          </a:prstGeom>
          <a:ln w="57150">
            <a:solidFill>
              <a:srgbClr val="DCE6F2"/>
            </a:solidFill>
            <a:round/>
          </a:ln>
        </p:spPr>
        <p:txBody>
          <a:bodyPr lIns="91439" rIns="91439"/>
          <a:lstStyle/>
          <a:p>
            <a:endParaRPr/>
          </a:p>
        </p:txBody>
      </p:sp>
      <p:sp>
        <p:nvSpPr>
          <p:cNvPr id="341"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3_Picture with Caption">
    <p:bg>
      <p:bgPr>
        <a:solidFill>
          <a:srgbClr val="FFFFFF"/>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983BBAD0-43A5-4D32-8FC9-062F956D4D42}"/>
              </a:ext>
            </a:extLst>
          </p:cNvPr>
          <p:cNvGrpSpPr/>
          <p:nvPr userDrawn="1"/>
        </p:nvGrpSpPr>
        <p:grpSpPr>
          <a:xfrm>
            <a:off x="-59470" y="-641099"/>
            <a:ext cx="9267429" cy="8253818"/>
            <a:chOff x="-59470" y="-641099"/>
            <a:chExt cx="9267429" cy="8253818"/>
          </a:xfrm>
        </p:grpSpPr>
        <p:pic>
          <p:nvPicPr>
            <p:cNvPr id="5" name="Graphic 4">
              <a:extLst>
                <a:ext uri="{FF2B5EF4-FFF2-40B4-BE49-F238E27FC236}">
                  <a16:creationId xmlns:a16="http://schemas.microsoft.com/office/drawing/2014/main" id="{68C4D830-E082-446B-B643-5F87F72600BE}"/>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1789776">
              <a:off x="1948972" y="1734076"/>
              <a:ext cx="5246055" cy="5246055"/>
            </a:xfrm>
            <a:prstGeom prst="rect">
              <a:avLst/>
            </a:prstGeom>
          </p:spPr>
        </p:pic>
        <p:pic>
          <p:nvPicPr>
            <p:cNvPr id="36" name="Graphic 35">
              <a:extLst>
                <a:ext uri="{FF2B5EF4-FFF2-40B4-BE49-F238E27FC236}">
                  <a16:creationId xmlns:a16="http://schemas.microsoft.com/office/drawing/2014/main" id="{1C9D4848-2B9E-4B8D-B630-AD31B352037F}"/>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24369">
              <a:off x="-59470" y="4282884"/>
              <a:ext cx="3329835" cy="3329835"/>
            </a:xfrm>
            <a:prstGeom prst="rect">
              <a:avLst/>
            </a:prstGeom>
          </p:spPr>
        </p:pic>
        <p:pic>
          <p:nvPicPr>
            <p:cNvPr id="37" name="Graphic 36">
              <a:extLst>
                <a:ext uri="{FF2B5EF4-FFF2-40B4-BE49-F238E27FC236}">
                  <a16:creationId xmlns:a16="http://schemas.microsoft.com/office/drawing/2014/main" id="{635F0174-0096-461B-8212-566B0011E8D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5878124" y="4281440"/>
              <a:ext cx="3329835" cy="3329835"/>
            </a:xfrm>
            <a:prstGeom prst="rect">
              <a:avLst/>
            </a:prstGeom>
          </p:spPr>
        </p:pic>
        <p:pic>
          <p:nvPicPr>
            <p:cNvPr id="16" name="Graphic 15">
              <a:extLst>
                <a:ext uri="{FF2B5EF4-FFF2-40B4-BE49-F238E27FC236}">
                  <a16:creationId xmlns:a16="http://schemas.microsoft.com/office/drawing/2014/main" id="{1B104A8E-51B2-42E7-B651-568B9D1D361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20318" y="-641098"/>
              <a:ext cx="3329835" cy="3329835"/>
            </a:xfrm>
            <a:prstGeom prst="rect">
              <a:avLst/>
            </a:prstGeom>
          </p:spPr>
        </p:pic>
        <p:pic>
          <p:nvPicPr>
            <p:cNvPr id="17" name="Graphic 16">
              <a:extLst>
                <a:ext uri="{FF2B5EF4-FFF2-40B4-BE49-F238E27FC236}">
                  <a16:creationId xmlns:a16="http://schemas.microsoft.com/office/drawing/2014/main" id="{62F3D4CE-0862-4E00-B299-11A67A590427}"/>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rot="3604717">
              <a:off x="5806918" y="-641099"/>
              <a:ext cx="3329835" cy="3329835"/>
            </a:xfrm>
            <a:prstGeom prst="rect">
              <a:avLst/>
            </a:prstGeom>
          </p:spPr>
        </p:pic>
        <p:grpSp>
          <p:nvGrpSpPr>
            <p:cNvPr id="7" name="Group 6">
              <a:extLst>
                <a:ext uri="{FF2B5EF4-FFF2-40B4-BE49-F238E27FC236}">
                  <a16:creationId xmlns:a16="http://schemas.microsoft.com/office/drawing/2014/main" id="{1C5A1F24-1ABA-4385-8DF2-98C8D03B2CCD}"/>
                </a:ext>
              </a:extLst>
            </p:cNvPr>
            <p:cNvGrpSpPr/>
            <p:nvPr userDrawn="1"/>
          </p:nvGrpSpPr>
          <p:grpSpPr>
            <a:xfrm>
              <a:off x="0" y="0"/>
              <a:ext cx="9144001" cy="6857673"/>
              <a:chOff x="0" y="0"/>
              <a:chExt cx="9144001" cy="6857673"/>
            </a:xfrm>
          </p:grpSpPr>
          <p:grpSp>
            <p:nvGrpSpPr>
              <p:cNvPr id="330" name="Group 6"/>
              <p:cNvGrpSpPr/>
              <p:nvPr userDrawn="1"/>
            </p:nvGrpSpPr>
            <p:grpSpPr>
              <a:xfrm>
                <a:off x="0" y="1295400"/>
                <a:ext cx="7010401" cy="46038"/>
                <a:chOff x="0" y="0"/>
                <a:chExt cx="7010400" cy="46037"/>
              </a:xfrm>
            </p:grpSpPr>
            <p:sp>
              <p:nvSpPr>
                <p:cNvPr id="327" name="Rectangle 6"/>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28" name="Rectangle 7"/>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29" name="Rectangle 8"/>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grpSp>
            <p:nvGrpSpPr>
              <p:cNvPr id="334" name="Group 10"/>
              <p:cNvGrpSpPr/>
              <p:nvPr userDrawn="1"/>
            </p:nvGrpSpPr>
            <p:grpSpPr>
              <a:xfrm>
                <a:off x="2133600" y="6553200"/>
                <a:ext cx="7010401" cy="46038"/>
                <a:chOff x="0" y="0"/>
                <a:chExt cx="7010400" cy="46037"/>
              </a:xfrm>
            </p:grpSpPr>
            <p:sp>
              <p:nvSpPr>
                <p:cNvPr id="331" name="Rectangle 10"/>
                <p:cNvSpPr/>
                <p:nvPr/>
              </p:nvSpPr>
              <p:spPr>
                <a:xfrm>
                  <a:off x="2362199" y="0"/>
                  <a:ext cx="2328865" cy="46038"/>
                </a:xfrm>
                <a:prstGeom prst="rect">
                  <a:avLst/>
                </a:prstGeom>
                <a:solidFill>
                  <a:srgbClr val="76C2E5"/>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32" name="Rectangle 11"/>
                <p:cNvSpPr/>
                <p:nvPr/>
              </p:nvSpPr>
              <p:spPr>
                <a:xfrm>
                  <a:off x="-1" y="0"/>
                  <a:ext cx="2362201" cy="46038"/>
                </a:xfrm>
                <a:prstGeom prst="rect">
                  <a:avLst/>
                </a:prstGeom>
                <a:solidFill>
                  <a:srgbClr val="FCB017"/>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sp>
              <p:nvSpPr>
                <p:cNvPr id="333" name="Rectangle 12"/>
                <p:cNvSpPr/>
                <p:nvPr/>
              </p:nvSpPr>
              <p:spPr>
                <a:xfrm>
                  <a:off x="4681537" y="0"/>
                  <a:ext cx="2328864" cy="46038"/>
                </a:xfrm>
                <a:prstGeom prst="rect">
                  <a:avLst/>
                </a:prstGeom>
                <a:solidFill>
                  <a:srgbClr val="FF0000"/>
                </a:solidFill>
                <a:ln w="12700" cap="flat">
                  <a:noFill/>
                  <a:miter lim="400000"/>
                </a:ln>
                <a:effectLst/>
              </p:spPr>
              <p:txBody>
                <a:bodyPr wrap="square" lIns="45719" tIns="45719" rIns="45719" bIns="45719" numCol="1" anchor="ctr">
                  <a:noAutofit/>
                </a:bodyPr>
                <a:lstStyle/>
                <a:p>
                  <a:pPr algn="ctr">
                    <a:defRPr>
                      <a:solidFill>
                        <a:srgbClr val="FFFFFF"/>
                      </a:solidFill>
                    </a:defRPr>
                  </a:pPr>
                  <a:endParaRPr/>
                </a:p>
              </p:txBody>
            </p:sp>
          </p:grpSp>
          <p:pic>
            <p:nvPicPr>
              <p:cNvPr id="335" name="Picture 14" descr="Picture 14"/>
              <p:cNvPicPr>
                <a:picLocks noChangeAspect="1"/>
              </p:cNvPicPr>
              <p:nvPr userDrawn="1"/>
            </p:nvPicPr>
            <p:blipFill>
              <a:blip r:embed="rId3"/>
              <a:srcRect t="2677" b="2677"/>
              <a:stretch>
                <a:fillRect/>
              </a:stretch>
            </p:blipFill>
            <p:spPr>
              <a:xfrm>
                <a:off x="6629400" y="0"/>
                <a:ext cx="2193925" cy="692150"/>
              </a:xfrm>
              <a:prstGeom prst="rect">
                <a:avLst/>
              </a:prstGeom>
              <a:ln w="12700">
                <a:miter lim="400000"/>
              </a:ln>
            </p:spPr>
          </p:pic>
          <p:sp>
            <p:nvSpPr>
              <p:cNvPr id="336" name="TextBox 14"/>
              <p:cNvSpPr txBox="1"/>
              <p:nvPr userDrawn="1"/>
            </p:nvSpPr>
            <p:spPr>
              <a:xfrm>
                <a:off x="3322319" y="6596063"/>
                <a:ext cx="5775962" cy="26161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spAutoFit/>
              </a:bodyPr>
              <a:lstStyle/>
              <a:p>
                <a:pPr algn="r">
                  <a:defRPr sz="1100" b="1">
                    <a:solidFill>
                      <a:srgbClr val="101141"/>
                    </a:solidFill>
                    <a:latin typeface="+mj-lt"/>
                    <a:ea typeface="+mj-ea"/>
                    <a:cs typeface="+mj-cs"/>
                    <a:sym typeface="Arial"/>
                  </a:defRPr>
                </a:pPr>
                <a:r>
                  <a:rPr lang="en-IN" dirty="0"/>
                  <a:t>BITS </a:t>
                </a:r>
                <a:r>
                  <a:rPr lang="en-IN" b="0" dirty="0" err="1"/>
                  <a:t>Pilani</a:t>
                </a:r>
                <a:r>
                  <a:rPr lang="en-IN" b="0" dirty="0"/>
                  <a:t>, Deemed to be University under Section 3 of UGC Act, 1956</a:t>
                </a:r>
              </a:p>
            </p:txBody>
          </p:sp>
        </p:grpSp>
        <p:pic>
          <p:nvPicPr>
            <p:cNvPr id="3" name="Graphic 2">
              <a:extLst>
                <a:ext uri="{FF2B5EF4-FFF2-40B4-BE49-F238E27FC236}">
                  <a16:creationId xmlns:a16="http://schemas.microsoft.com/office/drawing/2014/main" id="{B778ADC1-BEF0-4061-926A-4839BEC48F19}"/>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3810002" y="2493406"/>
              <a:ext cx="1523997" cy="1523997"/>
            </a:xfrm>
            <a:prstGeom prst="rect">
              <a:avLst/>
            </a:prstGeom>
          </p:spPr>
        </p:pic>
      </p:grpSp>
    </p:spTree>
    <p:extLst>
      <p:ext uri="{BB962C8B-B14F-4D97-AF65-F5344CB8AC3E}">
        <p14:creationId xmlns:p14="http://schemas.microsoft.com/office/powerpoint/2010/main" val="2036901602"/>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2"/>
          <a:srcRect/>
          <a:stretch>
            <a:fillRect/>
          </a:stretch>
        </a:blipFill>
        <a:effectLst/>
      </p:bgPr>
    </p:bg>
    <p:spTree>
      <p:nvGrpSpPr>
        <p:cNvPr id="1" name=""/>
        <p:cNvGrpSpPr/>
        <p:nvPr/>
      </p:nvGrpSpPr>
      <p:grpSpPr>
        <a:xfrm>
          <a:off x="0" y="0"/>
          <a:ext cx="0" cy="0"/>
          <a:chOff x="0" y="0"/>
          <a:chExt cx="0" cy="0"/>
        </a:xfrm>
      </p:grpSpPr>
      <p:sp>
        <p:nvSpPr>
          <p:cNvPr id="10" name="Body Level One…"/>
          <p:cNvSpPr txBox="1">
            <a:spLocks noGrp="1"/>
          </p:cNvSpPr>
          <p:nvPr>
            <p:ph type="body" idx="1"/>
          </p:nvPr>
        </p:nvSpPr>
        <p:spPr>
          <a:xfrm>
            <a:off x="457200" y="1600200"/>
            <a:ext cx="8229600" cy="4525963"/>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719" rIns="45719"/>
          <a:lstStyle/>
          <a:p>
            <a:r>
              <a:rPr dirty="0"/>
              <a:t>Body Level One</a:t>
            </a:r>
          </a:p>
          <a:p>
            <a:pPr lvl="1"/>
            <a:r>
              <a:rPr dirty="0"/>
              <a:t>Body Level Two</a:t>
            </a:r>
          </a:p>
          <a:p>
            <a:pPr lvl="2"/>
            <a:r>
              <a:rPr dirty="0"/>
              <a:t>Body Level Three</a:t>
            </a:r>
          </a:p>
          <a:p>
            <a:pPr lvl="3"/>
            <a:r>
              <a:rPr dirty="0"/>
              <a:t>Body Level Four</a:t>
            </a:r>
          </a:p>
          <a:p>
            <a:pPr lvl="4"/>
            <a:r>
              <a:rPr dirty="0"/>
              <a:t>Body Level Five</a:t>
            </a:r>
          </a:p>
        </p:txBody>
      </p:sp>
      <p:sp>
        <p:nvSpPr>
          <p:cNvPr id="11" name="Slide Number"/>
          <p:cNvSpPr txBox="1">
            <a:spLocks noGrp="1"/>
          </p:cNvSpPr>
          <p:nvPr>
            <p:ph type="sldNum" sz="quarter" idx="2"/>
          </p:nvPr>
        </p:nvSpPr>
        <p:spPr>
          <a:xfrm>
            <a:off x="4419600" y="6172200"/>
            <a:ext cx="2133600" cy="368301"/>
          </a:xfrm>
          <a:prstGeom prst="rect">
            <a:avLst/>
          </a:prstGeom>
          <a:ln w="12700">
            <a:miter lim="400000"/>
          </a:ln>
        </p:spPr>
        <p:txBody>
          <a:bodyPr wrap="none" lIns="45719" rIns="45719" anchor="ctr">
            <a:spAutoFit/>
          </a:bodyPr>
          <a:lstStyle>
            <a:lvl1pPr algn="r">
              <a:defRPr sz="1200">
                <a:solidFill>
                  <a:srgbClr val="898989"/>
                </a:solidFill>
                <a:latin typeface="+mj-lt"/>
                <a:ea typeface="+mj-ea"/>
                <a:cs typeface="+mj-cs"/>
                <a:sym typeface="Arial"/>
              </a:defRPr>
            </a:lvl1pPr>
          </a:lstStyle>
          <a:p>
            <a:fld id="{86CB4B4D-7CA3-9044-876B-883B54F8677D}" type="slidenum">
              <a:t>‹#›</a:t>
            </a:fld>
            <a:endParaRPr/>
          </a:p>
        </p:txBody>
      </p:sp>
      <p:sp>
        <p:nvSpPr>
          <p:cNvPr id="12" name="Title Placeholder 11">
            <a:extLst>
              <a:ext uri="{FF2B5EF4-FFF2-40B4-BE49-F238E27FC236}">
                <a16:creationId xmlns:a16="http://schemas.microsoft.com/office/drawing/2014/main" id="{BC5692C0-A143-3571-7EE1-32346BE87C3A}"/>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GB"/>
              <a:t>Click to edit Master title style</a:t>
            </a:r>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Lst>
  <p:transition spd="med"/>
  <p:txStyles>
    <p:titleStyle>
      <a:lvl1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1pPr>
      <a:lvl2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2pPr>
      <a:lvl3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3pPr>
      <a:lvl4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4pPr>
      <a:lvl5pPr marL="0" marR="0" indent="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5pPr>
      <a:lvl6pPr marL="0" marR="0" indent="4572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6pPr>
      <a:lvl7pPr marL="0" marR="0" indent="9144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7pPr>
      <a:lvl8pPr marL="0" marR="0" indent="13716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8pPr>
      <a:lvl9pPr marL="0" marR="0" indent="1828800" algn="l" defTabSz="914400" rtl="0" latinLnBrk="0">
        <a:lnSpc>
          <a:spcPts val="4000"/>
        </a:lnSpc>
        <a:spcBef>
          <a:spcPts val="0"/>
        </a:spcBef>
        <a:spcAft>
          <a:spcPts val="0"/>
        </a:spcAft>
        <a:buClrTx/>
        <a:buSzTx/>
        <a:buFontTx/>
        <a:buNone/>
        <a:tabLst/>
        <a:defRPr sz="4400" b="1" i="0" u="none" strike="noStrike" cap="none" spc="-150" baseline="0">
          <a:solidFill>
            <a:srgbClr val="FFFFFF"/>
          </a:solidFill>
          <a:uFillTx/>
          <a:latin typeface="+mj-lt"/>
          <a:ea typeface="+mj-ea"/>
          <a:cs typeface="+mj-cs"/>
          <a:sym typeface="Arial"/>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1pPr>
      <a:lvl2pPr marL="783771" marR="0" indent="-326571"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2pPr>
      <a:lvl3pPr marL="1219200" marR="0" indent="-30480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3pPr>
      <a:lvl4pPr marL="17373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4pPr>
      <a:lvl5pPr marL="21945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5pPr>
      <a:lvl6pPr marL="26517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6pPr>
      <a:lvl7pPr marL="3108960" marR="0" indent="-365760"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7pPr>
      <a:lvl8pPr marL="35661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8pPr>
      <a:lvl9pPr marL="4023359" marR="0" indent="-365759" algn="l" defTabSz="914400" rtl="0" latinLnBrk="0">
        <a:lnSpc>
          <a:spcPct val="100000"/>
        </a:lnSpc>
        <a:spcBef>
          <a:spcPts val="700"/>
        </a:spcBef>
        <a:spcAft>
          <a:spcPts val="0"/>
        </a:spcAft>
        <a:buClrTx/>
        <a:buSzPct val="100000"/>
        <a:buFont typeface="Arial"/>
        <a:buChar char="•"/>
        <a:tabLst/>
        <a:defRPr sz="3200" b="0" i="0" u="none" strike="noStrike" cap="none" spc="0" baseline="0">
          <a:solidFill>
            <a:srgbClr val="000000"/>
          </a:solidFill>
          <a:uFillTx/>
          <a:latin typeface="+mj-lt"/>
          <a:ea typeface="+mj-ea"/>
          <a:cs typeface="+mj-cs"/>
          <a:sym typeface="Arial"/>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1pPr>
      <a:lvl2pPr marL="0" marR="0" indent="457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2pPr>
      <a:lvl3pPr marL="0" marR="0" indent="914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3pPr>
      <a:lvl4pPr marL="0" marR="0" indent="1371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4pPr>
      <a:lvl5pPr marL="0" marR="0" indent="18288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5pPr>
      <a:lvl6pPr marL="0" marR="0" indent="22860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6pPr>
      <a:lvl7pPr marL="0" marR="0" indent="27432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7pPr>
      <a:lvl8pPr marL="0" marR="0" indent="32004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8pPr>
      <a:lvl9pPr marL="0" marR="0" indent="365760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Title 4"/>
          <p:cNvSpPr txBox="1">
            <a:spLocks noGrp="1"/>
          </p:cNvSpPr>
          <p:nvPr>
            <p:ph type="title"/>
          </p:nvPr>
        </p:nvSpPr>
        <p:spPr>
          <a:prstGeom prst="rect">
            <a:avLst/>
          </a:prstGeom>
        </p:spPr>
        <p:txBody>
          <a:bodyPr>
            <a:normAutofit fontScale="90000"/>
          </a:bodyPr>
          <a:lstStyle>
            <a:lvl1pPr>
              <a:defRPr spc="-200"/>
            </a:lvl1pPr>
          </a:lstStyle>
          <a:p>
            <a:pPr algn="ctr"/>
            <a:r>
              <a:rPr lang="en-US" dirty="0"/>
              <a:t>FDP </a:t>
            </a:r>
            <a:br>
              <a:rPr lang="en-US" dirty="0"/>
            </a:br>
            <a:r>
              <a:rPr lang="en-US" dirty="0"/>
              <a:t>From Pipelines to Production</a:t>
            </a:r>
            <a:endParaRPr dirty="0"/>
          </a:p>
        </p:txBody>
      </p:sp>
      <p:sp>
        <p:nvSpPr>
          <p:cNvPr id="351" name="Content Placeholder 5"/>
          <p:cNvSpPr txBox="1">
            <a:spLocks noGrp="1"/>
          </p:cNvSpPr>
          <p:nvPr>
            <p:ph type="body" sz="quarter" idx="1"/>
          </p:nvPr>
        </p:nvSpPr>
        <p:spPr>
          <a:prstGeom prst="rect">
            <a:avLst/>
          </a:prstGeom>
        </p:spPr>
        <p:txBody>
          <a:bodyPr>
            <a:noAutofit/>
          </a:bodyPr>
          <a:lstStyle/>
          <a:p>
            <a:pPr defTabSz="886968">
              <a:lnSpc>
                <a:spcPct val="150000"/>
              </a:lnSpc>
              <a:defRPr sz="1746"/>
            </a:pPr>
            <a:r>
              <a:rPr lang="en-US" sz="1600" dirty="0"/>
              <a:t>Dr. Shreyas Rao</a:t>
            </a:r>
          </a:p>
          <a:p>
            <a:pPr defTabSz="886968">
              <a:lnSpc>
                <a:spcPct val="150000"/>
              </a:lnSpc>
              <a:defRPr sz="1746"/>
            </a:pPr>
            <a:r>
              <a:rPr lang="en-US" sz="1600" dirty="0"/>
              <a:t>Professor, Dept. of CSIS, BITS-Pilani</a:t>
            </a:r>
            <a:endParaRPr sz="1600" dirty="0"/>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Content Placeholder 1"/>
          <p:cNvSpPr txBox="1">
            <a:spLocks noGrp="1"/>
          </p:cNvSpPr>
          <p:nvPr>
            <p:ph type="body" sz="half" idx="1"/>
          </p:nvPr>
        </p:nvSpPr>
        <p:spPr>
          <a:prstGeom prst="rect">
            <a:avLst/>
          </a:prstGeom>
        </p:spPr>
        <p:txBody>
          <a:bodyPr>
            <a:normAutofit fontScale="70000" lnSpcReduction="20000"/>
          </a:bodyPr>
          <a:lstStyle/>
          <a:p>
            <a:pPr algn="ctr" eaLnBrk="1" hangingPunct="1">
              <a:spcBef>
                <a:spcPct val="0"/>
              </a:spcBef>
              <a:defRPr/>
            </a:pPr>
            <a:r>
              <a:rPr lang="en-US" dirty="0"/>
              <a:t>Day 3</a:t>
            </a:r>
          </a:p>
          <a:p>
            <a:pPr algn="ctr" eaLnBrk="1" hangingPunct="1">
              <a:spcBef>
                <a:spcPct val="0"/>
              </a:spcBef>
              <a:defRPr/>
            </a:pPr>
            <a:r>
              <a:rPr lang="en-US" dirty="0">
                <a:latin typeface="Arial" charset="0"/>
                <a:cs typeface="Arial" charset="0"/>
              </a:rPr>
              <a:t>The Generative System: RAG, </a:t>
            </a:r>
            <a:r>
              <a:rPr lang="en-US" dirty="0" err="1">
                <a:latin typeface="Arial" charset="0"/>
                <a:cs typeface="Arial" charset="0"/>
              </a:rPr>
              <a:t>LLMOps</a:t>
            </a:r>
            <a:r>
              <a:rPr lang="en-US" dirty="0">
                <a:latin typeface="Arial" charset="0"/>
                <a:cs typeface="Arial" charset="0"/>
              </a:rPr>
              <a:t> and </a:t>
            </a:r>
            <a:r>
              <a:rPr lang="en-US" dirty="0" err="1">
                <a:latin typeface="Arial" charset="0"/>
                <a:cs typeface="Arial" charset="0"/>
              </a:rPr>
              <a:t>AgentOps</a:t>
            </a:r>
            <a:endParaRPr lang="en-US" dirty="0">
              <a:latin typeface="Arial" charset="0"/>
              <a:cs typeface="Arial" charset="0"/>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8FC8D-4201-EC3C-37FA-79A9537F5EF9}"/>
            </a:ext>
          </a:extLst>
        </p:cNvPr>
        <p:cNvGrpSpPr/>
        <p:nvPr/>
      </p:nvGrpSpPr>
      <p:grpSpPr>
        <a:xfrm>
          <a:off x="0" y="0"/>
          <a:ext cx="0" cy="0"/>
          <a:chOff x="0" y="0"/>
          <a:chExt cx="0" cy="0"/>
        </a:xfrm>
      </p:grpSpPr>
      <p:sp>
        <p:nvSpPr>
          <p:cNvPr id="353" name="Content Placeholder 1">
            <a:extLst>
              <a:ext uri="{FF2B5EF4-FFF2-40B4-BE49-F238E27FC236}">
                <a16:creationId xmlns:a16="http://schemas.microsoft.com/office/drawing/2014/main" id="{FCF9ECBF-0543-6FD0-CFBE-E3EFAA952AFC}"/>
              </a:ext>
            </a:extLst>
          </p:cNvPr>
          <p:cNvSpPr txBox="1">
            <a:spLocks noGrp="1"/>
          </p:cNvSpPr>
          <p:nvPr>
            <p:ph type="body" sz="half" idx="1"/>
          </p:nvPr>
        </p:nvSpPr>
        <p:spPr>
          <a:prstGeom prst="rect">
            <a:avLst/>
          </a:prstGeom>
        </p:spPr>
        <p:txBody>
          <a:bodyPr/>
          <a:lstStyle/>
          <a:p>
            <a:pPr algn="ctr">
              <a:spcBef>
                <a:spcPct val="0"/>
              </a:spcBef>
              <a:defRPr/>
            </a:pPr>
            <a:r>
              <a:rPr lang="en-US" dirty="0"/>
              <a:t>Fundamentals of Agentic AI</a:t>
            </a:r>
          </a:p>
          <a:p>
            <a:pPr algn="ctr">
              <a:spcBef>
                <a:spcPct val="0"/>
              </a:spcBef>
              <a:defRPr/>
            </a:pPr>
            <a:r>
              <a:rPr lang="en-US" sz="2800" dirty="0">
                <a:latin typeface="Arial" charset="0"/>
                <a:cs typeface="Arial" charset="0"/>
              </a:rPr>
              <a:t>[Credit: Prof. Chetana, Prof. CSIS]</a:t>
            </a:r>
          </a:p>
        </p:txBody>
      </p:sp>
    </p:spTree>
    <p:extLst>
      <p:ext uri="{BB962C8B-B14F-4D97-AF65-F5344CB8AC3E}">
        <p14:creationId xmlns:p14="http://schemas.microsoft.com/office/powerpoint/2010/main" val="50541196"/>
      </p:ext>
    </p:ext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F14CB-40E6-4928-9F5B-3400A64558D7}"/>
            </a:ext>
          </a:extLst>
        </p:cNvPr>
        <p:cNvGrpSpPr/>
        <p:nvPr/>
      </p:nvGrpSpPr>
      <p:grpSpPr>
        <a:xfrm>
          <a:off x="0" y="0"/>
          <a:ext cx="0" cy="0"/>
          <a:chOff x="0" y="0"/>
          <a:chExt cx="0" cy="0"/>
        </a:xfrm>
      </p:grpSpPr>
      <p:sp>
        <p:nvSpPr>
          <p:cNvPr id="355" name="Content Placeholder 2">
            <a:extLst>
              <a:ext uri="{FF2B5EF4-FFF2-40B4-BE49-F238E27FC236}">
                <a16:creationId xmlns:a16="http://schemas.microsoft.com/office/drawing/2014/main" id="{6A1747E6-7E72-2A04-E419-7C752F651799}"/>
              </a:ext>
            </a:extLst>
          </p:cNvPr>
          <p:cNvSpPr txBox="1">
            <a:spLocks noGrp="1"/>
          </p:cNvSpPr>
          <p:nvPr>
            <p:ph type="body" idx="1"/>
          </p:nvPr>
        </p:nvSpPr>
        <p:spPr>
          <a:xfrm>
            <a:off x="149523" y="1295400"/>
            <a:ext cx="8643957" cy="4525964"/>
          </a:xfrm>
          <a:prstGeom prst="rect">
            <a:avLst/>
          </a:prstGeom>
        </p:spPr>
        <p:txBody>
          <a:bodyPr anchor="t">
            <a:noAutofit/>
          </a:bodyPr>
          <a:lstStyle>
            <a:lvl1pPr indent="-342900">
              <a:lnSpc>
                <a:spcPct val="100000"/>
              </a:lnSpc>
              <a:spcBef>
                <a:spcPts val="500"/>
              </a:spcBef>
              <a:defRPr sz="2400" b="0" spc="0">
                <a:latin typeface="Open Sans"/>
                <a:ea typeface="Open Sans"/>
                <a:cs typeface="Open Sans"/>
                <a:sym typeface="Open Sans"/>
              </a:defRPr>
            </a:lvl1pPr>
          </a:lstStyle>
          <a:p>
            <a:pPr marL="0" indent="0" algn="just">
              <a:lnSpc>
                <a:spcPct val="150000"/>
              </a:lnSpc>
              <a:spcBef>
                <a:spcPct val="0"/>
              </a:spcBef>
            </a:pPr>
            <a:r>
              <a:rPr lang="en-US" altLang="en-US" sz="1800" b="1" dirty="0">
                <a:latin typeface="Microsoft Sans Serif" panose="020B0604020202020204" pitchFamily="34" charset="0"/>
                <a:cs typeface="Microsoft Sans Serif" panose="020B0604020202020204" pitchFamily="34" charset="0"/>
              </a:rPr>
              <a:t>Definition 1 [Nvidia]</a:t>
            </a:r>
          </a:p>
          <a:p>
            <a:pPr marL="0" indent="0" algn="just">
              <a:lnSpc>
                <a:spcPct val="150000"/>
              </a:lnSpc>
              <a:spcBef>
                <a:spcPct val="0"/>
              </a:spcBef>
            </a:pPr>
            <a:r>
              <a:rPr lang="en-US" altLang="en-US" sz="1800" dirty="0">
                <a:latin typeface="Microsoft Sans Serif" panose="020B0604020202020204" pitchFamily="34" charset="0"/>
                <a:cs typeface="Microsoft Sans Serif" panose="020B0604020202020204" pitchFamily="34" charset="0"/>
              </a:rPr>
              <a:t>"Agentic AI uses sophisticated reasoning and iterative planning to autonomously solve complex, multi-step problems.“</a:t>
            </a:r>
          </a:p>
          <a:p>
            <a:pPr marL="0" indent="0" algn="just">
              <a:lnSpc>
                <a:spcPct val="150000"/>
              </a:lnSpc>
              <a:spcBef>
                <a:spcPct val="0"/>
              </a:spcBef>
            </a:pPr>
            <a:r>
              <a:rPr lang="en-US" altLang="en-US" sz="1800" b="1" dirty="0">
                <a:latin typeface="Microsoft Sans Serif" panose="020B0604020202020204" pitchFamily="34" charset="0"/>
                <a:cs typeface="Microsoft Sans Serif" panose="020B0604020202020204" pitchFamily="34" charset="0"/>
              </a:rPr>
              <a:t>Definition 2 [OpenAI]</a:t>
            </a:r>
          </a:p>
          <a:p>
            <a:pPr marL="0" indent="0" algn="just">
              <a:lnSpc>
                <a:spcPct val="150000"/>
              </a:lnSpc>
              <a:spcBef>
                <a:spcPct val="0"/>
              </a:spcBef>
            </a:pPr>
            <a:r>
              <a:rPr lang="en-US" altLang="en-US" sz="1800" dirty="0">
                <a:latin typeface="Microsoft Sans Serif" panose="020B0604020202020204" pitchFamily="34" charset="0"/>
                <a:cs typeface="Microsoft Sans Serif" panose="020B0604020202020204" pitchFamily="34" charset="0"/>
              </a:rPr>
              <a:t>"Agentic AI systems are AI systems that can pursue complex goals with limited direct supervision" </a:t>
            </a:r>
          </a:p>
          <a:p>
            <a:pPr marL="0" indent="0" algn="just">
              <a:lnSpc>
                <a:spcPct val="150000"/>
              </a:lnSpc>
              <a:spcBef>
                <a:spcPct val="0"/>
              </a:spcBef>
            </a:pPr>
            <a:r>
              <a:rPr lang="en-US" altLang="en-US" sz="1800" b="1" dirty="0">
                <a:latin typeface="Microsoft Sans Serif" panose="020B0604020202020204" pitchFamily="34" charset="0"/>
                <a:cs typeface="Microsoft Sans Serif" panose="020B0604020202020204" pitchFamily="34" charset="0"/>
              </a:rPr>
              <a:t>Definition 3</a:t>
            </a:r>
            <a:endParaRPr lang="en-US" altLang="en-US" sz="1800" dirty="0">
              <a:latin typeface="Microsoft Sans Serif" panose="020B0604020202020204" pitchFamily="34" charset="0"/>
              <a:cs typeface="Microsoft Sans Serif" panose="020B0604020202020204" pitchFamily="34" charset="0"/>
            </a:endParaRPr>
          </a:p>
          <a:p>
            <a:pPr marL="0" indent="0" algn="just">
              <a:lnSpc>
                <a:spcPct val="150000"/>
              </a:lnSpc>
              <a:spcBef>
                <a:spcPct val="0"/>
              </a:spcBef>
            </a:pPr>
            <a:r>
              <a:rPr lang="en-US" altLang="en-US" sz="1800" dirty="0">
                <a:latin typeface="Microsoft Sans Serif" panose="020B0604020202020204" pitchFamily="34" charset="0"/>
                <a:cs typeface="Microsoft Sans Serif" panose="020B0604020202020204" pitchFamily="34" charset="0"/>
              </a:rPr>
              <a:t>“A system based on a foundation model that performs tasks potentially yielding artifacts based on natural user instructions, where the system is able to conduct and express complex reasoning including planning and reflection to solve tasks that require interaction with an environment or elaborate tool use”</a:t>
            </a:r>
          </a:p>
        </p:txBody>
      </p:sp>
      <p:sp>
        <p:nvSpPr>
          <p:cNvPr id="356" name="Content Placeholder 4">
            <a:extLst>
              <a:ext uri="{FF2B5EF4-FFF2-40B4-BE49-F238E27FC236}">
                <a16:creationId xmlns:a16="http://schemas.microsoft.com/office/drawing/2014/main" id="{60EEFA40-5136-82F6-172C-609D455BFE13}"/>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a:t>Agentic AI</a:t>
            </a:r>
          </a:p>
        </p:txBody>
      </p:sp>
    </p:spTree>
    <p:extLst>
      <p:ext uri="{BB962C8B-B14F-4D97-AF65-F5344CB8AC3E}">
        <p14:creationId xmlns:p14="http://schemas.microsoft.com/office/powerpoint/2010/main" val="2243398095"/>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AE1A6F-24D2-3736-17C2-955A75F7D265}"/>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1E32EED5-9E54-7FDD-833C-29099DE56998}"/>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From Chatbots to Doers: </a:t>
            </a:r>
          </a:p>
          <a:p>
            <a:pPr hangingPunct="1">
              <a:defRPr/>
            </a:pPr>
            <a:r>
              <a:rPr lang="en-US" sz="3000" dirty="0"/>
              <a:t>What is Agentic AI?</a:t>
            </a:r>
          </a:p>
        </p:txBody>
      </p:sp>
      <p:pic>
        <p:nvPicPr>
          <p:cNvPr id="4" name="Picture 18">
            <a:extLst>
              <a:ext uri="{FF2B5EF4-FFF2-40B4-BE49-F238E27FC236}">
                <a16:creationId xmlns:a16="http://schemas.microsoft.com/office/drawing/2014/main" id="{68AAD804-2825-FC63-2BCF-665F4402BC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5379" y="1743934"/>
            <a:ext cx="8593241" cy="3714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32346859"/>
      </p:ext>
    </p:ext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11122-2113-E12B-DE61-84F88D6C9C0E}"/>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940D011E-F79C-16EF-2D6A-42992FA17420}"/>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Chatbots vs Agentic AI</a:t>
            </a:r>
          </a:p>
        </p:txBody>
      </p:sp>
      <p:pic>
        <p:nvPicPr>
          <p:cNvPr id="4" name="Picture 1">
            <a:extLst>
              <a:ext uri="{FF2B5EF4-FFF2-40B4-BE49-F238E27FC236}">
                <a16:creationId xmlns:a16="http://schemas.microsoft.com/office/drawing/2014/main" id="{E359E13C-0260-4EEA-BEA7-C4F4676F5B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55144"/>
          <a:stretch>
            <a:fillRect/>
          </a:stretch>
        </p:blipFill>
        <p:spPr bwMode="auto">
          <a:xfrm>
            <a:off x="155647" y="1295400"/>
            <a:ext cx="8604354" cy="466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0818150"/>
      </p:ext>
    </p:ext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12F9CE-F42C-64E2-E730-8A3643477B0C}"/>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0D824428-72FF-2BE7-7D08-3494F9555C07}"/>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Chatbots vs Agentic AI</a:t>
            </a:r>
          </a:p>
        </p:txBody>
      </p:sp>
      <p:pic>
        <p:nvPicPr>
          <p:cNvPr id="2" name="Picture 2">
            <a:extLst>
              <a:ext uri="{FF2B5EF4-FFF2-40B4-BE49-F238E27FC236}">
                <a16:creationId xmlns:a16="http://schemas.microsoft.com/office/drawing/2014/main" id="{521A39EA-75CE-D852-FFF3-EA4D73441F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44086"/>
          <a:stretch>
            <a:fillRect/>
          </a:stretch>
        </p:blipFill>
        <p:spPr bwMode="auto">
          <a:xfrm>
            <a:off x="155647" y="1490402"/>
            <a:ext cx="7721340" cy="5215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20132699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B6D96-6145-B27E-42AD-B715C22D67FA}"/>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1C8A7735-DACA-8232-498E-963B2F908824}"/>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Generative vs Agentic AI</a:t>
            </a:r>
          </a:p>
        </p:txBody>
      </p:sp>
      <p:pic>
        <p:nvPicPr>
          <p:cNvPr id="4" name="Picture 4">
            <a:extLst>
              <a:ext uri="{FF2B5EF4-FFF2-40B4-BE49-F238E27FC236}">
                <a16:creationId xmlns:a16="http://schemas.microsoft.com/office/drawing/2014/main" id="{9F0E4897-4770-5A55-F8C1-700D117A86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8113" y="1419225"/>
            <a:ext cx="7408862" cy="4187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84F4E8BE-4C4C-63F5-8E17-14125AA8B844}"/>
              </a:ext>
            </a:extLst>
          </p:cNvPr>
          <p:cNvSpPr txBox="1"/>
          <p:nvPr/>
        </p:nvSpPr>
        <p:spPr>
          <a:xfrm>
            <a:off x="517586" y="5607169"/>
            <a:ext cx="8413199" cy="830997"/>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a:spAutoFit/>
          </a:bodyPr>
          <a:lstStyle/>
          <a:p>
            <a:pPr>
              <a:defRPr/>
            </a:pPr>
            <a:r>
              <a:rPr lang="en-US" sz="1600" dirty="0">
                <a:solidFill>
                  <a:srgbClr val="002060"/>
                </a:solidFill>
                <a:latin typeface="Microsoft Sans Serif" panose="020B0604020202020204" pitchFamily="34" charset="0"/>
                <a:ea typeface="Open Sans"/>
                <a:cs typeface="Microsoft Sans Serif" panose="020B0604020202020204" pitchFamily="34" charset="0"/>
                <a:sym typeface="Open Sans"/>
              </a:rPr>
              <a:t>Generative AI: "Tell me what to do, I’ll generate an answer"</a:t>
            </a:r>
          </a:p>
          <a:p>
            <a:pPr>
              <a:defRPr/>
            </a:pPr>
            <a:r>
              <a:rPr lang="en-US" sz="1600" dirty="0">
                <a:solidFill>
                  <a:srgbClr val="00B050"/>
                </a:solidFill>
                <a:latin typeface="Microsoft Sans Serif" panose="020B0604020202020204" pitchFamily="34" charset="0"/>
                <a:ea typeface="Open Sans"/>
                <a:cs typeface="Microsoft Sans Serif" panose="020B0604020202020204" pitchFamily="34" charset="0"/>
                <a:sym typeface="Open Sans"/>
              </a:rPr>
              <a:t>Agentic AI: "Give me a goal, I’ll figure out the steps, act, and improve until it’s done"</a:t>
            </a:r>
          </a:p>
          <a:p>
            <a:pPr>
              <a:defRPr/>
            </a:pPr>
            <a:r>
              <a:rPr lang="en-US" sz="1600" dirty="0">
                <a:solidFill>
                  <a:srgbClr val="FF0000"/>
                </a:solidFill>
                <a:latin typeface="Microsoft Sans Serif" panose="020B0604020202020204" pitchFamily="34" charset="0"/>
                <a:ea typeface="Open Sans"/>
                <a:cs typeface="Microsoft Sans Serif" panose="020B0604020202020204" pitchFamily="34" charset="0"/>
                <a:sym typeface="Open Sans"/>
              </a:rPr>
              <a:t>Generative AI + Reasoning + Tools + Feedback Loops → Agentic AI</a:t>
            </a:r>
          </a:p>
        </p:txBody>
      </p:sp>
      <p:sp>
        <p:nvSpPr>
          <p:cNvPr id="6" name="TextBox 1">
            <a:extLst>
              <a:ext uri="{FF2B5EF4-FFF2-40B4-BE49-F238E27FC236}">
                <a16:creationId xmlns:a16="http://schemas.microsoft.com/office/drawing/2014/main" id="{A7A773E5-2F78-D177-8B08-BEA637AA91D2}"/>
              </a:ext>
            </a:extLst>
          </p:cNvPr>
          <p:cNvSpPr txBox="1">
            <a:spLocks noChangeArrowheads="1"/>
          </p:cNvSpPr>
          <p:nvPr/>
        </p:nvSpPr>
        <p:spPr bwMode="auto">
          <a:xfrm>
            <a:off x="6946900" y="4391025"/>
            <a:ext cx="2514600"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600" b="1">
                <a:latin typeface="Microsoft Sans"/>
              </a:rPr>
              <a:t>Tools</a:t>
            </a:r>
            <a:r>
              <a:rPr lang="en-US" altLang="en-US" sz="1600">
                <a:latin typeface="Microsoft Sans"/>
              </a:rPr>
              <a:t>: Calculators, APIs, Databases etc.</a:t>
            </a:r>
          </a:p>
          <a:p>
            <a:pPr>
              <a:spcBef>
                <a:spcPct val="0"/>
              </a:spcBef>
              <a:buFontTx/>
              <a:buNone/>
            </a:pPr>
            <a:r>
              <a:rPr lang="en-US" altLang="en-US" sz="1600" b="1">
                <a:latin typeface="Microsoft Sans"/>
              </a:rPr>
              <a:t>Memory</a:t>
            </a:r>
            <a:r>
              <a:rPr lang="en-US" altLang="en-US" sz="1600">
                <a:latin typeface="Microsoft Sans"/>
              </a:rPr>
              <a:t>: Past Context, RAGs, Documents</a:t>
            </a:r>
          </a:p>
        </p:txBody>
      </p:sp>
    </p:spTree>
    <p:extLst>
      <p:ext uri="{BB962C8B-B14F-4D97-AF65-F5344CB8AC3E}">
        <p14:creationId xmlns:p14="http://schemas.microsoft.com/office/powerpoint/2010/main" val="3448729472"/>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616D4-9142-6317-4EE9-F301D493E2BB}"/>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94EF9748-3777-7E95-21CF-0815A1BD0903}"/>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Components of Agentic AI</a:t>
            </a:r>
          </a:p>
        </p:txBody>
      </p:sp>
      <p:pic>
        <p:nvPicPr>
          <p:cNvPr id="2" name="Picture 32">
            <a:extLst>
              <a:ext uri="{FF2B5EF4-FFF2-40B4-BE49-F238E27FC236}">
                <a16:creationId xmlns:a16="http://schemas.microsoft.com/office/drawing/2014/main" id="{8FD83D40-33DC-4BB1-B713-F5F6ED239B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1752600"/>
            <a:ext cx="8686800" cy="3748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86361834"/>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D1FD4E-3950-46AE-AFD2-6886924C1B75}"/>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144536F7-62B0-5066-9CE9-247F7E786C2E}"/>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LLM as Reasoning Engine</a:t>
            </a:r>
          </a:p>
        </p:txBody>
      </p:sp>
      <p:sp>
        <p:nvSpPr>
          <p:cNvPr id="5" name="Text 3">
            <a:extLst>
              <a:ext uri="{FF2B5EF4-FFF2-40B4-BE49-F238E27FC236}">
                <a16:creationId xmlns:a16="http://schemas.microsoft.com/office/drawing/2014/main" id="{7BF86D58-5D79-A42D-4DFE-9E06684474E9}"/>
              </a:ext>
            </a:extLst>
          </p:cNvPr>
          <p:cNvSpPr/>
          <p:nvPr/>
        </p:nvSpPr>
        <p:spPr>
          <a:xfrm>
            <a:off x="155647" y="1357312"/>
            <a:ext cx="5486400" cy="487363"/>
          </a:xfrm>
          <a:prstGeom prst="rect">
            <a:avLst/>
          </a:prstGeom>
          <a:noFill/>
          <a:ln/>
        </p:spPr>
        <p:txBody>
          <a:bodyPr anchor="ctr"/>
          <a:lstStyle/>
          <a:p>
            <a:pPr>
              <a:defRPr/>
            </a:pPr>
            <a:r>
              <a:rPr lang="en-US" sz="1867" b="1" dirty="0">
                <a:solidFill>
                  <a:srgbClr val="00B4D8"/>
                </a:solidFill>
              </a:rPr>
              <a:t>Why LLMs Power Modern Agents</a:t>
            </a:r>
            <a:endParaRPr lang="en-US" sz="1867" dirty="0"/>
          </a:p>
        </p:txBody>
      </p:sp>
      <p:sp>
        <p:nvSpPr>
          <p:cNvPr id="6" name="Shape 4">
            <a:extLst>
              <a:ext uri="{FF2B5EF4-FFF2-40B4-BE49-F238E27FC236}">
                <a16:creationId xmlns:a16="http://schemas.microsoft.com/office/drawing/2014/main" id="{BE44C5D2-BFBA-8C84-FA49-7ED517C8228D}"/>
              </a:ext>
            </a:extLst>
          </p:cNvPr>
          <p:cNvSpPr>
            <a:spLocks noChangeArrowheads="1"/>
          </p:cNvSpPr>
          <p:nvPr/>
        </p:nvSpPr>
        <p:spPr bwMode="auto">
          <a:xfrm>
            <a:off x="235022" y="1820862"/>
            <a:ext cx="5486400" cy="730250"/>
          </a:xfrm>
          <a:prstGeom prst="rect">
            <a:avLst/>
          </a:prstGeom>
          <a:solidFill>
            <a:srgbClr val="1A2B3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p>
        </p:txBody>
      </p:sp>
      <p:sp>
        <p:nvSpPr>
          <p:cNvPr id="7" name="Text 5">
            <a:extLst>
              <a:ext uri="{FF2B5EF4-FFF2-40B4-BE49-F238E27FC236}">
                <a16:creationId xmlns:a16="http://schemas.microsoft.com/office/drawing/2014/main" id="{286F81BE-61DC-D8FC-FC84-F24B7F25FD00}"/>
              </a:ext>
            </a:extLst>
          </p:cNvPr>
          <p:cNvSpPr>
            <a:spLocks noChangeArrowheads="1"/>
          </p:cNvSpPr>
          <p:nvPr/>
        </p:nvSpPr>
        <p:spPr bwMode="auto">
          <a:xfrm>
            <a:off x="479497" y="1868487"/>
            <a:ext cx="511968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600" b="1">
                <a:solidFill>
                  <a:srgbClr val="38BDF8"/>
                </a:solidFill>
              </a:rPr>
              <a:t>Chain-of-thought reasoning</a:t>
            </a:r>
            <a:endParaRPr lang="en-US" altLang="en-US" sz="1600"/>
          </a:p>
        </p:txBody>
      </p:sp>
      <p:sp>
        <p:nvSpPr>
          <p:cNvPr id="8" name="Text 6">
            <a:extLst>
              <a:ext uri="{FF2B5EF4-FFF2-40B4-BE49-F238E27FC236}">
                <a16:creationId xmlns:a16="http://schemas.microsoft.com/office/drawing/2014/main" id="{E019373E-2329-85BC-AE20-ECA1C2E4D754}"/>
              </a:ext>
            </a:extLst>
          </p:cNvPr>
          <p:cNvSpPr/>
          <p:nvPr/>
        </p:nvSpPr>
        <p:spPr>
          <a:xfrm>
            <a:off x="479497" y="2185987"/>
            <a:ext cx="5119687" cy="304800"/>
          </a:xfrm>
          <a:prstGeom prst="rect">
            <a:avLst/>
          </a:prstGeom>
          <a:noFill/>
          <a:ln/>
        </p:spPr>
        <p:txBody>
          <a:bodyPr anchor="ctr"/>
          <a:lstStyle/>
          <a:p>
            <a:pPr>
              <a:defRPr/>
            </a:pPr>
            <a:r>
              <a:rPr lang="en-US" sz="1333" dirty="0">
                <a:solidFill>
                  <a:srgbClr val="7A9BB8"/>
                </a:solidFill>
              </a:rPr>
              <a:t>Think step-by-step before acting</a:t>
            </a:r>
            <a:endParaRPr lang="en-US" sz="1333" dirty="0"/>
          </a:p>
        </p:txBody>
      </p:sp>
      <p:sp>
        <p:nvSpPr>
          <p:cNvPr id="9" name="Shape 7">
            <a:extLst>
              <a:ext uri="{FF2B5EF4-FFF2-40B4-BE49-F238E27FC236}">
                <a16:creationId xmlns:a16="http://schemas.microsoft.com/office/drawing/2014/main" id="{FDCC1D3B-3CA2-1424-12B4-11FC2001A934}"/>
              </a:ext>
            </a:extLst>
          </p:cNvPr>
          <p:cNvSpPr>
            <a:spLocks noChangeArrowheads="1"/>
          </p:cNvSpPr>
          <p:nvPr/>
        </p:nvSpPr>
        <p:spPr bwMode="auto">
          <a:xfrm>
            <a:off x="235022" y="2698750"/>
            <a:ext cx="5486400" cy="730250"/>
          </a:xfrm>
          <a:prstGeom prst="rect">
            <a:avLst/>
          </a:prstGeom>
          <a:solidFill>
            <a:srgbClr val="1A2B3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p>
        </p:txBody>
      </p:sp>
      <p:sp>
        <p:nvSpPr>
          <p:cNvPr id="10" name="Text 8">
            <a:extLst>
              <a:ext uri="{FF2B5EF4-FFF2-40B4-BE49-F238E27FC236}">
                <a16:creationId xmlns:a16="http://schemas.microsoft.com/office/drawing/2014/main" id="{10B9A254-999E-1466-E16F-2F4E20A4E8D6}"/>
              </a:ext>
            </a:extLst>
          </p:cNvPr>
          <p:cNvSpPr>
            <a:spLocks noChangeArrowheads="1"/>
          </p:cNvSpPr>
          <p:nvPr/>
        </p:nvSpPr>
        <p:spPr bwMode="auto">
          <a:xfrm>
            <a:off x="479497" y="2746375"/>
            <a:ext cx="511968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600" b="1">
                <a:solidFill>
                  <a:srgbClr val="38BDF8"/>
                </a:solidFill>
              </a:rPr>
              <a:t>Instruction following</a:t>
            </a:r>
            <a:endParaRPr lang="en-US" altLang="en-US" sz="1600"/>
          </a:p>
        </p:txBody>
      </p:sp>
      <p:sp>
        <p:nvSpPr>
          <p:cNvPr id="11" name="Text 9">
            <a:extLst>
              <a:ext uri="{FF2B5EF4-FFF2-40B4-BE49-F238E27FC236}">
                <a16:creationId xmlns:a16="http://schemas.microsoft.com/office/drawing/2014/main" id="{2404DACB-7E7A-44ED-3DB7-C4A982E9CD88}"/>
              </a:ext>
            </a:extLst>
          </p:cNvPr>
          <p:cNvSpPr/>
          <p:nvPr/>
        </p:nvSpPr>
        <p:spPr>
          <a:xfrm>
            <a:off x="479497" y="3063875"/>
            <a:ext cx="5119687" cy="304800"/>
          </a:xfrm>
          <a:prstGeom prst="rect">
            <a:avLst/>
          </a:prstGeom>
          <a:noFill/>
          <a:ln/>
        </p:spPr>
        <p:txBody>
          <a:bodyPr anchor="ctr"/>
          <a:lstStyle/>
          <a:p>
            <a:pPr>
              <a:defRPr/>
            </a:pPr>
            <a:r>
              <a:rPr lang="en-US" sz="1333" dirty="0">
                <a:solidFill>
                  <a:srgbClr val="7A9BB8"/>
                </a:solidFill>
              </a:rPr>
              <a:t>Translate natural language goals to actions</a:t>
            </a:r>
            <a:endParaRPr lang="en-US" sz="1333" dirty="0"/>
          </a:p>
        </p:txBody>
      </p:sp>
      <p:sp>
        <p:nvSpPr>
          <p:cNvPr id="12" name="Shape 10">
            <a:extLst>
              <a:ext uri="{FF2B5EF4-FFF2-40B4-BE49-F238E27FC236}">
                <a16:creationId xmlns:a16="http://schemas.microsoft.com/office/drawing/2014/main" id="{A8280AC3-155D-0F3F-5D0D-396071CD99A4}"/>
              </a:ext>
            </a:extLst>
          </p:cNvPr>
          <p:cNvSpPr>
            <a:spLocks noChangeArrowheads="1"/>
          </p:cNvSpPr>
          <p:nvPr/>
        </p:nvSpPr>
        <p:spPr bwMode="auto">
          <a:xfrm>
            <a:off x="235022" y="3576637"/>
            <a:ext cx="5486400" cy="730250"/>
          </a:xfrm>
          <a:prstGeom prst="rect">
            <a:avLst/>
          </a:prstGeom>
          <a:solidFill>
            <a:srgbClr val="1A2B3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p>
        </p:txBody>
      </p:sp>
      <p:sp>
        <p:nvSpPr>
          <p:cNvPr id="13" name="Text 11">
            <a:extLst>
              <a:ext uri="{FF2B5EF4-FFF2-40B4-BE49-F238E27FC236}">
                <a16:creationId xmlns:a16="http://schemas.microsoft.com/office/drawing/2014/main" id="{712B5A70-FD80-BECC-4830-3622979460E0}"/>
              </a:ext>
            </a:extLst>
          </p:cNvPr>
          <p:cNvSpPr>
            <a:spLocks noChangeArrowheads="1"/>
          </p:cNvSpPr>
          <p:nvPr/>
        </p:nvSpPr>
        <p:spPr bwMode="auto">
          <a:xfrm>
            <a:off x="479497" y="3624262"/>
            <a:ext cx="511968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600" b="1">
                <a:solidFill>
                  <a:srgbClr val="38BDF8"/>
                </a:solidFill>
              </a:rPr>
              <a:t>Generalization</a:t>
            </a:r>
            <a:endParaRPr lang="en-US" altLang="en-US" sz="1600"/>
          </a:p>
        </p:txBody>
      </p:sp>
      <p:sp>
        <p:nvSpPr>
          <p:cNvPr id="14" name="Text 12">
            <a:extLst>
              <a:ext uri="{FF2B5EF4-FFF2-40B4-BE49-F238E27FC236}">
                <a16:creationId xmlns:a16="http://schemas.microsoft.com/office/drawing/2014/main" id="{5AC56111-A12E-E40B-A6BE-F621EE9DE1CD}"/>
              </a:ext>
            </a:extLst>
          </p:cNvPr>
          <p:cNvSpPr/>
          <p:nvPr/>
        </p:nvSpPr>
        <p:spPr>
          <a:xfrm>
            <a:off x="479497" y="3941762"/>
            <a:ext cx="5119687" cy="304800"/>
          </a:xfrm>
          <a:prstGeom prst="rect">
            <a:avLst/>
          </a:prstGeom>
          <a:noFill/>
          <a:ln/>
        </p:spPr>
        <p:txBody>
          <a:bodyPr anchor="ctr"/>
          <a:lstStyle/>
          <a:p>
            <a:pPr>
              <a:defRPr/>
            </a:pPr>
            <a:r>
              <a:rPr lang="en-US" sz="1333" dirty="0">
                <a:solidFill>
                  <a:srgbClr val="7A9BB8"/>
                </a:solidFill>
              </a:rPr>
              <a:t>Handle novel tasks without retraining</a:t>
            </a:r>
            <a:endParaRPr lang="en-US" sz="1333" dirty="0"/>
          </a:p>
        </p:txBody>
      </p:sp>
      <p:sp>
        <p:nvSpPr>
          <p:cNvPr id="15" name="Shape 13">
            <a:extLst>
              <a:ext uri="{FF2B5EF4-FFF2-40B4-BE49-F238E27FC236}">
                <a16:creationId xmlns:a16="http://schemas.microsoft.com/office/drawing/2014/main" id="{8073D78E-34BF-2241-6D6A-5C0D8CDE7818}"/>
              </a:ext>
            </a:extLst>
          </p:cNvPr>
          <p:cNvSpPr>
            <a:spLocks noChangeArrowheads="1"/>
          </p:cNvSpPr>
          <p:nvPr/>
        </p:nvSpPr>
        <p:spPr bwMode="auto">
          <a:xfrm>
            <a:off x="235022" y="4452937"/>
            <a:ext cx="5486400" cy="731838"/>
          </a:xfrm>
          <a:prstGeom prst="rect">
            <a:avLst/>
          </a:prstGeom>
          <a:solidFill>
            <a:srgbClr val="1A2B3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p>
        </p:txBody>
      </p:sp>
      <p:sp>
        <p:nvSpPr>
          <p:cNvPr id="16" name="Text 14">
            <a:extLst>
              <a:ext uri="{FF2B5EF4-FFF2-40B4-BE49-F238E27FC236}">
                <a16:creationId xmlns:a16="http://schemas.microsoft.com/office/drawing/2014/main" id="{271F6ED4-B663-ECFD-4376-F86012A4C85F}"/>
              </a:ext>
            </a:extLst>
          </p:cNvPr>
          <p:cNvSpPr>
            <a:spLocks noChangeArrowheads="1"/>
          </p:cNvSpPr>
          <p:nvPr/>
        </p:nvSpPr>
        <p:spPr bwMode="auto">
          <a:xfrm>
            <a:off x="479497" y="4502150"/>
            <a:ext cx="511968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600" b="1">
                <a:solidFill>
                  <a:srgbClr val="38BDF8"/>
                </a:solidFill>
              </a:rPr>
              <a:t>Tool use via JSON/API</a:t>
            </a:r>
            <a:endParaRPr lang="en-US" altLang="en-US" sz="1600"/>
          </a:p>
        </p:txBody>
      </p:sp>
      <p:sp>
        <p:nvSpPr>
          <p:cNvPr id="17" name="Text 15">
            <a:extLst>
              <a:ext uri="{FF2B5EF4-FFF2-40B4-BE49-F238E27FC236}">
                <a16:creationId xmlns:a16="http://schemas.microsoft.com/office/drawing/2014/main" id="{3359557B-83AF-F5AF-AC2A-8C1E0279EB94}"/>
              </a:ext>
            </a:extLst>
          </p:cNvPr>
          <p:cNvSpPr/>
          <p:nvPr/>
        </p:nvSpPr>
        <p:spPr>
          <a:xfrm>
            <a:off x="479497" y="4819650"/>
            <a:ext cx="5119687" cy="304800"/>
          </a:xfrm>
          <a:prstGeom prst="rect">
            <a:avLst/>
          </a:prstGeom>
          <a:noFill/>
          <a:ln/>
        </p:spPr>
        <p:txBody>
          <a:bodyPr anchor="ctr"/>
          <a:lstStyle/>
          <a:p>
            <a:pPr>
              <a:defRPr/>
            </a:pPr>
            <a:r>
              <a:rPr lang="en-US" sz="1333" dirty="0">
                <a:solidFill>
                  <a:srgbClr val="7A9BB8"/>
                </a:solidFill>
              </a:rPr>
              <a:t>Structure outputs to call external tools</a:t>
            </a:r>
            <a:endParaRPr lang="en-US" sz="1333" dirty="0"/>
          </a:p>
        </p:txBody>
      </p:sp>
      <p:sp>
        <p:nvSpPr>
          <p:cNvPr id="18" name="Shape 16">
            <a:extLst>
              <a:ext uri="{FF2B5EF4-FFF2-40B4-BE49-F238E27FC236}">
                <a16:creationId xmlns:a16="http://schemas.microsoft.com/office/drawing/2014/main" id="{011EC002-1671-11AF-507E-BA637CBE4496}"/>
              </a:ext>
            </a:extLst>
          </p:cNvPr>
          <p:cNvSpPr>
            <a:spLocks noChangeArrowheads="1"/>
          </p:cNvSpPr>
          <p:nvPr/>
        </p:nvSpPr>
        <p:spPr bwMode="auto">
          <a:xfrm>
            <a:off x="235022" y="5330825"/>
            <a:ext cx="5486400" cy="731837"/>
          </a:xfrm>
          <a:prstGeom prst="rect">
            <a:avLst/>
          </a:prstGeom>
          <a:solidFill>
            <a:srgbClr val="1A2B3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endParaRPr lang="en-US" altLang="en-US" sz="1800"/>
          </a:p>
        </p:txBody>
      </p:sp>
      <p:sp>
        <p:nvSpPr>
          <p:cNvPr id="19" name="Text 17">
            <a:extLst>
              <a:ext uri="{FF2B5EF4-FFF2-40B4-BE49-F238E27FC236}">
                <a16:creationId xmlns:a16="http://schemas.microsoft.com/office/drawing/2014/main" id="{64C429B4-C52C-3548-71D0-4C20A0E6D8FF}"/>
              </a:ext>
            </a:extLst>
          </p:cNvPr>
          <p:cNvSpPr>
            <a:spLocks noChangeArrowheads="1"/>
          </p:cNvSpPr>
          <p:nvPr/>
        </p:nvSpPr>
        <p:spPr bwMode="auto">
          <a:xfrm>
            <a:off x="479497" y="5380037"/>
            <a:ext cx="5119687"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600" b="1">
                <a:solidFill>
                  <a:srgbClr val="38BDF8"/>
                </a:solidFill>
              </a:rPr>
              <a:t>Self-correction</a:t>
            </a:r>
            <a:endParaRPr lang="en-US" altLang="en-US" sz="1600"/>
          </a:p>
        </p:txBody>
      </p:sp>
      <p:sp>
        <p:nvSpPr>
          <p:cNvPr id="20" name="Text 18">
            <a:extLst>
              <a:ext uri="{FF2B5EF4-FFF2-40B4-BE49-F238E27FC236}">
                <a16:creationId xmlns:a16="http://schemas.microsoft.com/office/drawing/2014/main" id="{071E8011-19F9-6441-BD4F-DD0C617F244C}"/>
              </a:ext>
            </a:extLst>
          </p:cNvPr>
          <p:cNvSpPr/>
          <p:nvPr/>
        </p:nvSpPr>
        <p:spPr>
          <a:xfrm>
            <a:off x="479497" y="5697537"/>
            <a:ext cx="5119687" cy="304800"/>
          </a:xfrm>
          <a:prstGeom prst="rect">
            <a:avLst/>
          </a:prstGeom>
          <a:noFill/>
          <a:ln/>
        </p:spPr>
        <p:txBody>
          <a:bodyPr anchor="ctr"/>
          <a:lstStyle/>
          <a:p>
            <a:pPr>
              <a:defRPr/>
            </a:pPr>
            <a:r>
              <a:rPr lang="en-US" sz="1333" dirty="0">
                <a:solidFill>
                  <a:srgbClr val="7A9BB8"/>
                </a:solidFill>
              </a:rPr>
              <a:t>Evaluate own outputs and revise</a:t>
            </a:r>
            <a:endParaRPr lang="en-US" sz="1333" dirty="0"/>
          </a:p>
        </p:txBody>
      </p:sp>
      <p:sp>
        <p:nvSpPr>
          <p:cNvPr id="21" name="TextBox 2">
            <a:extLst>
              <a:ext uri="{FF2B5EF4-FFF2-40B4-BE49-F238E27FC236}">
                <a16:creationId xmlns:a16="http://schemas.microsoft.com/office/drawing/2014/main" id="{E3D4686F-F53C-8E7D-717D-1CBE4F3E155C}"/>
              </a:ext>
            </a:extLst>
          </p:cNvPr>
          <p:cNvSpPr txBox="1">
            <a:spLocks noChangeArrowheads="1"/>
          </p:cNvSpPr>
          <p:nvPr/>
        </p:nvSpPr>
        <p:spPr bwMode="auto">
          <a:xfrm>
            <a:off x="5800797" y="1903412"/>
            <a:ext cx="27511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t>Breaks a problem into step-by-step thinking before acting</a:t>
            </a:r>
          </a:p>
        </p:txBody>
      </p:sp>
      <p:sp>
        <p:nvSpPr>
          <p:cNvPr id="22" name="TextBox 4">
            <a:extLst>
              <a:ext uri="{FF2B5EF4-FFF2-40B4-BE49-F238E27FC236}">
                <a16:creationId xmlns:a16="http://schemas.microsoft.com/office/drawing/2014/main" id="{0765B64A-532D-D0F0-5951-45D4828E5685}"/>
              </a:ext>
            </a:extLst>
          </p:cNvPr>
          <p:cNvSpPr txBox="1">
            <a:spLocks noChangeArrowheads="1"/>
          </p:cNvSpPr>
          <p:nvPr/>
        </p:nvSpPr>
        <p:spPr bwMode="auto">
          <a:xfrm>
            <a:off x="5832547" y="2681287"/>
            <a:ext cx="2749550"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t>Converts human language instructions into executable actions</a:t>
            </a:r>
            <a:endParaRPr lang="en-US" altLang="en-US" sz="1400">
              <a:latin typeface="Microsoft Sans"/>
            </a:endParaRPr>
          </a:p>
        </p:txBody>
      </p:sp>
      <p:sp>
        <p:nvSpPr>
          <p:cNvPr id="23" name="TextBox 7">
            <a:extLst>
              <a:ext uri="{FF2B5EF4-FFF2-40B4-BE49-F238E27FC236}">
                <a16:creationId xmlns:a16="http://schemas.microsoft.com/office/drawing/2014/main" id="{1F071B03-2F1A-1F58-33F4-0D2B3229129A}"/>
              </a:ext>
            </a:extLst>
          </p:cNvPr>
          <p:cNvSpPr txBox="1">
            <a:spLocks noChangeArrowheads="1"/>
          </p:cNvSpPr>
          <p:nvPr/>
        </p:nvSpPr>
        <p:spPr bwMode="auto">
          <a:xfrm>
            <a:off x="5843659" y="3633787"/>
            <a:ext cx="2751138" cy="73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t>Applies learned knowledge to new, unseen tasks without retraining</a:t>
            </a:r>
            <a:endParaRPr lang="en-US" altLang="en-US" sz="1400">
              <a:latin typeface="Microsoft Sans"/>
            </a:endParaRPr>
          </a:p>
        </p:txBody>
      </p:sp>
      <p:sp>
        <p:nvSpPr>
          <p:cNvPr id="24" name="TextBox 8">
            <a:extLst>
              <a:ext uri="{FF2B5EF4-FFF2-40B4-BE49-F238E27FC236}">
                <a16:creationId xmlns:a16="http://schemas.microsoft.com/office/drawing/2014/main" id="{919E561E-8535-2FE5-8867-9C310D2F0046}"/>
              </a:ext>
            </a:extLst>
          </p:cNvPr>
          <p:cNvSpPr txBox="1">
            <a:spLocks noChangeArrowheads="1"/>
          </p:cNvSpPr>
          <p:nvPr/>
        </p:nvSpPr>
        <p:spPr bwMode="auto">
          <a:xfrm>
            <a:off x="5832547" y="4473575"/>
            <a:ext cx="2749550" cy="738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t>Formats outputs so external tools and APIs can be called automatically</a:t>
            </a:r>
            <a:endParaRPr lang="en-US" altLang="en-US" sz="1400">
              <a:latin typeface="Microsoft Sans"/>
            </a:endParaRPr>
          </a:p>
        </p:txBody>
      </p:sp>
      <p:sp>
        <p:nvSpPr>
          <p:cNvPr id="25" name="TextBox 9">
            <a:extLst>
              <a:ext uri="{FF2B5EF4-FFF2-40B4-BE49-F238E27FC236}">
                <a16:creationId xmlns:a16="http://schemas.microsoft.com/office/drawing/2014/main" id="{5D2F5D2B-1135-D725-979E-0D2DC0B7B9F7}"/>
              </a:ext>
            </a:extLst>
          </p:cNvPr>
          <p:cNvSpPr txBox="1">
            <a:spLocks noChangeArrowheads="1"/>
          </p:cNvSpPr>
          <p:nvPr/>
        </p:nvSpPr>
        <p:spPr bwMode="auto">
          <a:xfrm>
            <a:off x="5837309" y="5332412"/>
            <a:ext cx="27511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Arial" panose="020B0604020202020204" pitchFamily="34" charset="0"/>
                <a:cs typeface="Arial" panose="020B0604020202020204" pitchFamily="34" charset="0"/>
              </a:defRPr>
            </a:lvl1pPr>
            <a:lvl2pPr marL="742950" indent="-285750">
              <a:spcBef>
                <a:spcPct val="20000"/>
              </a:spcBef>
              <a:buFont typeface="Arial" panose="020B0604020202020204" pitchFamily="34" charset="0"/>
              <a:buChar char="–"/>
              <a:defRPr sz="2800">
                <a:solidFill>
                  <a:schemeClr val="tx1"/>
                </a:solidFill>
                <a:latin typeface="Arial" panose="020B0604020202020204" pitchFamily="34" charset="0"/>
                <a:cs typeface="Arial" panose="020B0604020202020204" pitchFamily="34" charset="0"/>
              </a:defRPr>
            </a:lvl2pPr>
            <a:lvl3pPr marL="1143000" indent="-228600">
              <a:spcBef>
                <a:spcPct val="20000"/>
              </a:spcBef>
              <a:buFont typeface="Arial" panose="020B0604020202020204" pitchFamily="34" charset="0"/>
              <a:buChar char="•"/>
              <a:defRPr sz="2400">
                <a:solidFill>
                  <a:schemeClr val="tx1"/>
                </a:solidFill>
                <a:latin typeface="Arial" panose="020B0604020202020204" pitchFamily="34" charset="0"/>
                <a:cs typeface="Arial" panose="020B0604020202020204" pitchFamily="34" charset="0"/>
              </a:defRPr>
            </a:lvl3pPr>
            <a:lvl4pPr marL="16002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4pPr>
            <a:lvl5pPr marL="2057400" indent="-228600">
              <a:spcBef>
                <a:spcPct val="20000"/>
              </a:spcBef>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panose="020B0604020202020204" pitchFamily="34" charset="0"/>
                <a:cs typeface="Arial" panose="020B0604020202020204" pitchFamily="34" charset="0"/>
              </a:defRPr>
            </a:lvl9pPr>
          </a:lstStyle>
          <a:p>
            <a:pPr>
              <a:spcBef>
                <a:spcPct val="0"/>
              </a:spcBef>
              <a:buFontTx/>
              <a:buNone/>
            </a:pPr>
            <a:r>
              <a:rPr lang="en-US" altLang="en-US" sz="1400"/>
              <a:t>Reviews and improves its own responses to reduce errors</a:t>
            </a:r>
            <a:endParaRPr lang="en-US" altLang="en-US" sz="1400">
              <a:latin typeface="Microsoft Sans"/>
            </a:endParaRPr>
          </a:p>
        </p:txBody>
      </p:sp>
    </p:spTree>
    <p:extLst>
      <p:ext uri="{BB962C8B-B14F-4D97-AF65-F5344CB8AC3E}">
        <p14:creationId xmlns:p14="http://schemas.microsoft.com/office/powerpoint/2010/main" val="1038969892"/>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CF1A8-B2CA-1DA6-FBC0-1D51CF355A25}"/>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9AD8D956-EEB1-5C13-A365-A7DA6B895C52}"/>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Memory/State in Agentic Systems</a:t>
            </a:r>
          </a:p>
        </p:txBody>
      </p:sp>
      <p:pic>
        <p:nvPicPr>
          <p:cNvPr id="4" name="Picture 22">
            <a:extLst>
              <a:ext uri="{FF2B5EF4-FFF2-40B4-BE49-F238E27FC236}">
                <a16:creationId xmlns:a16="http://schemas.microsoft.com/office/drawing/2014/main" id="{CBA6CEF1-4C35-89D3-815F-4F9D7F840F2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575" y="1524000"/>
            <a:ext cx="8793163" cy="320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87451399"/>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7BD83A-4E4B-243B-ADBB-731DA719AC44}"/>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4ADEEAD8-DB69-E509-C0B9-5F1D2AB12316}"/>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Tool use and Action Execution</a:t>
            </a:r>
          </a:p>
        </p:txBody>
      </p:sp>
      <p:pic>
        <p:nvPicPr>
          <p:cNvPr id="4" name="Picture 4">
            <a:extLst>
              <a:ext uri="{FF2B5EF4-FFF2-40B4-BE49-F238E27FC236}">
                <a16:creationId xmlns:a16="http://schemas.microsoft.com/office/drawing/2014/main" id="{55559725-F7A2-3474-6463-80A3BECFAA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0656" y="1524000"/>
            <a:ext cx="8802688"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16326545"/>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19EC38-7D44-ACF8-BE2E-562EC2D35FD1}"/>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0CFBD18F-8A98-9FF1-E95F-C0409DA78701}"/>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Tools in Agentic AI</a:t>
            </a:r>
          </a:p>
        </p:txBody>
      </p:sp>
      <p:sp>
        <p:nvSpPr>
          <p:cNvPr id="3" name="TextBox 2">
            <a:extLst>
              <a:ext uri="{FF2B5EF4-FFF2-40B4-BE49-F238E27FC236}">
                <a16:creationId xmlns:a16="http://schemas.microsoft.com/office/drawing/2014/main" id="{47CC543C-FD12-63C5-1F8C-40C8E8C47D54}"/>
              </a:ext>
            </a:extLst>
          </p:cNvPr>
          <p:cNvSpPr txBox="1"/>
          <p:nvPr/>
        </p:nvSpPr>
        <p:spPr>
          <a:xfrm>
            <a:off x="239218" y="1452266"/>
            <a:ext cx="8075950" cy="88036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5750" indent="-285750">
              <a:lnSpc>
                <a:spcPct val="150000"/>
              </a:lnSpc>
              <a:buFont typeface="Arial" panose="020B0604020202020204" pitchFamily="34" charset="0"/>
              <a:buChar char="•"/>
            </a:pPr>
            <a:r>
              <a:rPr lang="en-US" dirty="0">
                <a:latin typeface="Microsoft Sans"/>
              </a:rPr>
              <a:t>In agentic AI, “tools” are external capabilities that an AI agent can invoke to take actions, retrieve information, or interact with other systems, rather than only </a:t>
            </a:r>
          </a:p>
        </p:txBody>
      </p:sp>
      <p:sp>
        <p:nvSpPr>
          <p:cNvPr id="8" name="Rectangle 7">
            <a:extLst>
              <a:ext uri="{FF2B5EF4-FFF2-40B4-BE49-F238E27FC236}">
                <a16:creationId xmlns:a16="http://schemas.microsoft.com/office/drawing/2014/main" id="{FAA2E6B8-23B0-9533-1E5E-6F7135E07EB7}"/>
              </a:ext>
            </a:extLst>
          </p:cNvPr>
          <p:cNvSpPr/>
          <p:nvPr/>
        </p:nvSpPr>
        <p:spPr>
          <a:xfrm>
            <a:off x="467193" y="2608860"/>
            <a:ext cx="3810000" cy="2947988"/>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lgn="just">
              <a:lnSpc>
                <a:spcPct val="150000"/>
              </a:lnSpc>
              <a:defRPr/>
            </a:pPr>
            <a:r>
              <a:rPr lang="en-US" spc="10" dirty="0">
                <a:latin typeface="Microsoft Sans Serif"/>
                <a:cs typeface="Microsoft Sans Serif"/>
              </a:rPr>
              <a:t>{</a:t>
            </a:r>
          </a:p>
          <a:p>
            <a:pPr algn="just">
              <a:lnSpc>
                <a:spcPct val="150000"/>
              </a:lnSpc>
              <a:defRPr/>
            </a:pPr>
            <a:r>
              <a:rPr lang="en-US" spc="10" dirty="0">
                <a:latin typeface="Microsoft Sans Serif"/>
                <a:cs typeface="Microsoft Sans Serif"/>
              </a:rPr>
              <a:t>  "</a:t>
            </a:r>
            <a:r>
              <a:rPr lang="en-US" spc="10" dirty="0" err="1">
                <a:latin typeface="Microsoft Sans Serif"/>
                <a:cs typeface="Microsoft Sans Serif"/>
              </a:rPr>
              <a:t>tool_name</a:t>
            </a:r>
            <a:r>
              <a:rPr lang="en-US" spc="10" dirty="0">
                <a:latin typeface="Microsoft Sans Serif"/>
                <a:cs typeface="Microsoft Sans Serif"/>
              </a:rPr>
              <a:t>": "</a:t>
            </a:r>
            <a:r>
              <a:rPr lang="en-US" spc="10" dirty="0" err="1">
                <a:latin typeface="Microsoft Sans Serif"/>
                <a:cs typeface="Microsoft Sans Serif"/>
              </a:rPr>
              <a:t>function_name</a:t>
            </a:r>
            <a:r>
              <a:rPr lang="en-US" spc="10" dirty="0">
                <a:latin typeface="Microsoft Sans Serif"/>
                <a:cs typeface="Microsoft Sans Serif"/>
              </a:rPr>
              <a:t>"</a:t>
            </a:r>
          </a:p>
          <a:p>
            <a:pPr algn="just">
              <a:lnSpc>
                <a:spcPct val="150000"/>
              </a:lnSpc>
              <a:defRPr/>
            </a:pPr>
            <a:r>
              <a:rPr lang="en-US" spc="10" dirty="0">
                <a:latin typeface="Microsoft Sans Serif"/>
                <a:cs typeface="Microsoft Sans Serif"/>
              </a:rPr>
              <a:t>  "arguments": {</a:t>
            </a:r>
          </a:p>
          <a:p>
            <a:pPr algn="just">
              <a:lnSpc>
                <a:spcPct val="150000"/>
              </a:lnSpc>
              <a:defRPr/>
            </a:pPr>
            <a:r>
              <a:rPr lang="en-US" spc="10" dirty="0">
                <a:latin typeface="Microsoft Sans Serif"/>
                <a:cs typeface="Microsoft Sans Serif"/>
              </a:rPr>
              <a:t>    "param1": "value1",</a:t>
            </a:r>
          </a:p>
          <a:p>
            <a:pPr algn="just">
              <a:lnSpc>
                <a:spcPct val="150000"/>
              </a:lnSpc>
              <a:defRPr/>
            </a:pPr>
            <a:r>
              <a:rPr lang="en-US" spc="10" dirty="0">
                <a:latin typeface="Microsoft Sans Serif"/>
                <a:cs typeface="Microsoft Sans Serif"/>
              </a:rPr>
              <a:t>    "param2": "value2"</a:t>
            </a:r>
          </a:p>
          <a:p>
            <a:pPr algn="just">
              <a:lnSpc>
                <a:spcPct val="150000"/>
              </a:lnSpc>
              <a:defRPr/>
            </a:pPr>
            <a:r>
              <a:rPr lang="en-US" spc="10" dirty="0">
                <a:latin typeface="Microsoft Sans Serif"/>
                <a:cs typeface="Microsoft Sans Serif"/>
              </a:rPr>
              <a:t>  }</a:t>
            </a:r>
          </a:p>
          <a:p>
            <a:pPr algn="just">
              <a:lnSpc>
                <a:spcPct val="150000"/>
              </a:lnSpc>
              <a:defRPr/>
            </a:pPr>
            <a:r>
              <a:rPr lang="en-US" spc="10" dirty="0">
                <a:latin typeface="Microsoft Sans Serif"/>
                <a:cs typeface="Microsoft Sans Serif"/>
              </a:rPr>
              <a:t>}</a:t>
            </a:r>
            <a:endParaRPr lang="en-US" dirty="0">
              <a:latin typeface="Microsoft Sans Serif"/>
              <a:cs typeface="Microsoft Sans Serif"/>
            </a:endParaRPr>
          </a:p>
        </p:txBody>
      </p:sp>
      <p:sp>
        <p:nvSpPr>
          <p:cNvPr id="10" name="TextBox 9">
            <a:extLst>
              <a:ext uri="{FF2B5EF4-FFF2-40B4-BE49-F238E27FC236}">
                <a16:creationId xmlns:a16="http://schemas.microsoft.com/office/drawing/2014/main" id="{9812B75C-7A0F-AF49-7D26-F4F49949EE2D}"/>
              </a:ext>
            </a:extLst>
          </p:cNvPr>
          <p:cNvSpPr txBox="1"/>
          <p:nvPr/>
        </p:nvSpPr>
        <p:spPr>
          <a:xfrm>
            <a:off x="4893143" y="2650135"/>
            <a:ext cx="2847975" cy="2030413"/>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defRPr/>
            </a:pPr>
            <a:r>
              <a:rPr lang="en-US" b="1" dirty="0"/>
              <a:t>Sample Function Call</a:t>
            </a:r>
          </a:p>
          <a:p>
            <a:pPr>
              <a:defRPr/>
            </a:pPr>
            <a:r>
              <a:rPr lang="en-US" dirty="0"/>
              <a:t>{</a:t>
            </a:r>
          </a:p>
          <a:p>
            <a:pPr>
              <a:defRPr/>
            </a:pPr>
            <a:r>
              <a:rPr lang="en-US" dirty="0"/>
              <a:t>  "name": "</a:t>
            </a:r>
            <a:r>
              <a:rPr lang="en-US" dirty="0" err="1"/>
              <a:t>get_weather</a:t>
            </a:r>
            <a:r>
              <a:rPr lang="en-US" dirty="0"/>
              <a:t>",</a:t>
            </a:r>
          </a:p>
          <a:p>
            <a:pPr>
              <a:defRPr/>
            </a:pPr>
            <a:r>
              <a:rPr lang="en-US" dirty="0"/>
              <a:t>  "arguments": {</a:t>
            </a:r>
          </a:p>
          <a:p>
            <a:pPr>
              <a:defRPr/>
            </a:pPr>
            <a:r>
              <a:rPr lang="en-US" dirty="0"/>
              <a:t>    "city": "Bangalore"</a:t>
            </a:r>
          </a:p>
          <a:p>
            <a:pPr>
              <a:defRPr/>
            </a:pPr>
            <a:r>
              <a:rPr lang="en-US" dirty="0"/>
              <a:t>  }</a:t>
            </a:r>
          </a:p>
          <a:p>
            <a:pPr>
              <a:defRPr/>
            </a:pPr>
            <a:r>
              <a:rPr lang="en-US" dirty="0"/>
              <a:t>}</a:t>
            </a:r>
          </a:p>
        </p:txBody>
      </p:sp>
      <p:sp>
        <p:nvSpPr>
          <p:cNvPr id="12" name="TextBox 11">
            <a:extLst>
              <a:ext uri="{FF2B5EF4-FFF2-40B4-BE49-F238E27FC236}">
                <a16:creationId xmlns:a16="http://schemas.microsoft.com/office/drawing/2014/main" id="{D0DE92EB-C413-9951-0484-A82672549AFA}"/>
              </a:ext>
            </a:extLst>
          </p:cNvPr>
          <p:cNvSpPr txBox="1"/>
          <p:nvPr/>
        </p:nvSpPr>
        <p:spPr>
          <a:xfrm>
            <a:off x="4866809" y="4956773"/>
            <a:ext cx="4093537" cy="120015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defRPr/>
            </a:pPr>
            <a:r>
              <a:rPr lang="en-US" b="1" dirty="0"/>
              <a:t>Sample Result</a:t>
            </a:r>
          </a:p>
          <a:p>
            <a:pPr>
              <a:defRPr/>
            </a:pPr>
            <a:r>
              <a:rPr lang="en-US" dirty="0"/>
              <a:t>{</a:t>
            </a:r>
          </a:p>
          <a:p>
            <a:pPr>
              <a:defRPr/>
            </a:pPr>
            <a:r>
              <a:rPr lang="en-US" dirty="0"/>
              <a:t>  "</a:t>
            </a:r>
            <a:r>
              <a:rPr lang="en-US" dirty="0" err="1"/>
              <a:t>tool_result</a:t>
            </a:r>
            <a:r>
              <a:rPr lang="en-US" dirty="0"/>
              <a:t>": "Temperature is 28°C"</a:t>
            </a:r>
          </a:p>
          <a:p>
            <a:pPr>
              <a:defRPr/>
            </a:pPr>
            <a:r>
              <a:rPr lang="en-US" dirty="0"/>
              <a:t>}</a:t>
            </a:r>
          </a:p>
        </p:txBody>
      </p:sp>
    </p:spTree>
    <p:extLst>
      <p:ext uri="{BB962C8B-B14F-4D97-AF65-F5344CB8AC3E}">
        <p14:creationId xmlns:p14="http://schemas.microsoft.com/office/powerpoint/2010/main" val="692893381"/>
      </p:ext>
    </p:extLst>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8F3004-E0D2-A951-D7C7-095572BB1B2B}"/>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4B9FAA76-0079-A607-0C8F-C75AE759D10F}"/>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3000" dirty="0"/>
              <a:t>Tool Types</a:t>
            </a:r>
          </a:p>
        </p:txBody>
      </p:sp>
      <p:graphicFrame>
        <p:nvGraphicFramePr>
          <p:cNvPr id="3" name="Table 2">
            <a:extLst>
              <a:ext uri="{FF2B5EF4-FFF2-40B4-BE49-F238E27FC236}">
                <a16:creationId xmlns:a16="http://schemas.microsoft.com/office/drawing/2014/main" id="{C0298F2E-80BB-98F7-1E45-1D5829476F43}"/>
              </a:ext>
            </a:extLst>
          </p:cNvPr>
          <p:cNvGraphicFramePr>
            <a:graphicFrameLocks noGrp="1"/>
          </p:cNvGraphicFramePr>
          <p:nvPr>
            <p:extLst>
              <p:ext uri="{D42A27DB-BD31-4B8C-83A1-F6EECF244321}">
                <p14:modId xmlns:p14="http://schemas.microsoft.com/office/powerpoint/2010/main" val="914427157"/>
              </p:ext>
            </p:extLst>
          </p:nvPr>
        </p:nvGraphicFramePr>
        <p:xfrm>
          <a:off x="380113" y="1627637"/>
          <a:ext cx="7699584" cy="4235941"/>
        </p:xfrm>
        <a:graphic>
          <a:graphicData uri="http://schemas.openxmlformats.org/drawingml/2006/table">
            <a:tbl>
              <a:tblPr>
                <a:tableStyleId>{5C22544A-7EE6-4342-B048-85BDC9FD1C3A}</a:tableStyleId>
              </a:tblPr>
              <a:tblGrid>
                <a:gridCol w="2566528">
                  <a:extLst>
                    <a:ext uri="{9D8B030D-6E8A-4147-A177-3AD203B41FA5}">
                      <a16:colId xmlns:a16="http://schemas.microsoft.com/office/drawing/2014/main" val="87381223"/>
                    </a:ext>
                  </a:extLst>
                </a:gridCol>
                <a:gridCol w="2566528">
                  <a:extLst>
                    <a:ext uri="{9D8B030D-6E8A-4147-A177-3AD203B41FA5}">
                      <a16:colId xmlns:a16="http://schemas.microsoft.com/office/drawing/2014/main" val="3606325660"/>
                    </a:ext>
                  </a:extLst>
                </a:gridCol>
                <a:gridCol w="2566528">
                  <a:extLst>
                    <a:ext uri="{9D8B030D-6E8A-4147-A177-3AD203B41FA5}">
                      <a16:colId xmlns:a16="http://schemas.microsoft.com/office/drawing/2014/main" val="1551875384"/>
                    </a:ext>
                  </a:extLst>
                </a:gridCol>
              </a:tblGrid>
              <a:tr h="244063">
                <a:tc>
                  <a:txBody>
                    <a:bodyPr/>
                    <a:lstStyle/>
                    <a:p>
                      <a:pPr algn="ctr">
                        <a:buNone/>
                      </a:pPr>
                      <a:r>
                        <a:rPr lang="en-US" sz="1600" b="1" i="0" u="none" strike="noStrike" cap="none" spc="0" dirty="0">
                          <a:solidFill>
                            <a:srgbClr val="002060"/>
                          </a:solidFill>
                          <a:latin typeface="Microsoft Sans"/>
                          <a:sym typeface="Helvetica Neue"/>
                        </a:rPr>
                        <a:t>Tool type</a:t>
                      </a:r>
                    </a:p>
                  </a:txBody>
                  <a:tcPr marL="13992" marR="13992" marT="6996" marB="6996" anchor="ctr"/>
                </a:tc>
                <a:tc>
                  <a:txBody>
                    <a:bodyPr/>
                    <a:lstStyle/>
                    <a:p>
                      <a:pPr algn="ctr">
                        <a:buNone/>
                      </a:pPr>
                      <a:r>
                        <a:rPr lang="en-US" sz="1600" b="1" i="0" u="none" strike="noStrike" cap="none" spc="0" dirty="0">
                          <a:solidFill>
                            <a:srgbClr val="002060"/>
                          </a:solidFill>
                          <a:latin typeface="Microsoft Sans"/>
                          <a:sym typeface="Helvetica Neue"/>
                        </a:rPr>
                        <a:t>What the agent can do</a:t>
                      </a:r>
                    </a:p>
                  </a:txBody>
                  <a:tcPr marL="13992" marR="13992" marT="6996" marB="6996" anchor="ctr"/>
                </a:tc>
                <a:tc>
                  <a:txBody>
                    <a:bodyPr/>
                    <a:lstStyle/>
                    <a:p>
                      <a:pPr algn="ctr">
                        <a:buNone/>
                      </a:pPr>
                      <a:r>
                        <a:rPr lang="en-US" sz="1600" b="1" i="0" u="none" strike="noStrike" cap="none" spc="0" dirty="0">
                          <a:solidFill>
                            <a:srgbClr val="002060"/>
                          </a:solidFill>
                          <a:latin typeface="Microsoft Sans"/>
                          <a:sym typeface="Helvetica Neue"/>
                        </a:rPr>
                        <a:t>Examples</a:t>
                      </a:r>
                    </a:p>
                  </a:txBody>
                  <a:tcPr marL="13992" marR="13992" marT="6996" marB="6996" anchor="ctr"/>
                </a:tc>
                <a:extLst>
                  <a:ext uri="{0D108BD9-81ED-4DB2-BD59-A6C34878D82A}">
                    <a16:rowId xmlns:a16="http://schemas.microsoft.com/office/drawing/2014/main" val="3658415150"/>
                  </a:ext>
                </a:extLst>
              </a:tr>
              <a:tr h="344558">
                <a:tc>
                  <a:txBody>
                    <a:bodyPr/>
                    <a:lstStyle/>
                    <a:p>
                      <a:pPr algn="l">
                        <a:buNone/>
                      </a:pPr>
                      <a:r>
                        <a:rPr lang="en-US" sz="1400" b="0" i="0" u="none" strike="noStrike" cap="none" spc="0" dirty="0">
                          <a:solidFill>
                            <a:schemeClr val="dk1"/>
                          </a:solidFill>
                          <a:latin typeface="Microsoft Sans"/>
                          <a:sym typeface="Helvetica Neue"/>
                        </a:rPr>
                        <a:t>Web/Search tools</a:t>
                      </a:r>
                    </a:p>
                  </a:txBody>
                  <a:tcPr marL="13992" marR="13992" marT="6996" marB="6996" anchor="ctr"/>
                </a:tc>
                <a:tc>
                  <a:txBody>
                    <a:bodyPr/>
                    <a:lstStyle/>
                    <a:p>
                      <a:pPr algn="l">
                        <a:buNone/>
                      </a:pPr>
                      <a:r>
                        <a:rPr lang="en-US" sz="1400" b="0" i="0" u="none" strike="noStrike" cap="none" spc="0" dirty="0">
                          <a:solidFill>
                            <a:schemeClr val="dk1"/>
                          </a:solidFill>
                          <a:latin typeface="Microsoft Sans"/>
                          <a:sym typeface="Helvetica Neue"/>
                        </a:rPr>
                        <a:t>Find current information</a:t>
                      </a:r>
                    </a:p>
                  </a:txBody>
                  <a:tcPr marL="13992" marR="13992" marT="6996" marB="6996" anchor="ctr"/>
                </a:tc>
                <a:tc>
                  <a:txBody>
                    <a:bodyPr/>
                    <a:lstStyle/>
                    <a:p>
                      <a:pPr algn="l">
                        <a:buNone/>
                      </a:pPr>
                      <a:r>
                        <a:rPr lang="en-US" sz="1400" b="0" i="0" u="none" strike="noStrike" cap="none" spc="0">
                          <a:solidFill>
                            <a:schemeClr val="dk1"/>
                          </a:solidFill>
                          <a:latin typeface="Microsoft Sans"/>
                          <a:sym typeface="Helvetica Neue"/>
                        </a:rPr>
                        <a:t>Web search, news search, browsing</a:t>
                      </a:r>
                    </a:p>
                  </a:txBody>
                  <a:tcPr marL="13992" marR="13992" marT="6996" marB="6996" anchor="ctr"/>
                </a:tc>
                <a:extLst>
                  <a:ext uri="{0D108BD9-81ED-4DB2-BD59-A6C34878D82A}">
                    <a16:rowId xmlns:a16="http://schemas.microsoft.com/office/drawing/2014/main" val="2641343502"/>
                  </a:ext>
                </a:extLst>
              </a:tr>
              <a:tr h="344558">
                <a:tc>
                  <a:txBody>
                    <a:bodyPr/>
                    <a:lstStyle/>
                    <a:p>
                      <a:pPr algn="l">
                        <a:buNone/>
                      </a:pPr>
                      <a:r>
                        <a:rPr lang="en-US" sz="1400" b="0" i="0" u="none" strike="noStrike" cap="none" spc="0">
                          <a:solidFill>
                            <a:schemeClr val="dk1"/>
                          </a:solidFill>
                          <a:latin typeface="Microsoft Sans"/>
                          <a:sym typeface="Helvetica Neue"/>
                        </a:rPr>
                        <a:t>API tools</a:t>
                      </a:r>
                    </a:p>
                  </a:txBody>
                  <a:tcPr marL="13992" marR="13992" marT="6996" marB="6996" anchor="ctr"/>
                </a:tc>
                <a:tc>
                  <a:txBody>
                    <a:bodyPr/>
                    <a:lstStyle/>
                    <a:p>
                      <a:pPr algn="l">
                        <a:buNone/>
                      </a:pPr>
                      <a:r>
                        <a:rPr lang="en-US" sz="1400" b="0" i="0" u="none" strike="noStrike" cap="none" spc="0" dirty="0">
                          <a:solidFill>
                            <a:schemeClr val="dk1"/>
                          </a:solidFill>
                          <a:latin typeface="Microsoft Sans"/>
                          <a:sym typeface="Helvetica Neue"/>
                        </a:rPr>
                        <a:t>Interact with external services</a:t>
                      </a:r>
                    </a:p>
                  </a:txBody>
                  <a:tcPr marL="13992" marR="13992" marT="6996" marB="6996" anchor="ctr"/>
                </a:tc>
                <a:tc>
                  <a:txBody>
                    <a:bodyPr/>
                    <a:lstStyle/>
                    <a:p>
                      <a:pPr algn="l">
                        <a:buNone/>
                      </a:pPr>
                      <a:r>
                        <a:rPr lang="en-US" sz="1400" b="0" i="0" u="none" strike="noStrike" cap="none" spc="0">
                          <a:solidFill>
                            <a:schemeClr val="dk1"/>
                          </a:solidFill>
                          <a:latin typeface="Microsoft Sans"/>
                          <a:sym typeface="Helvetica Neue"/>
                        </a:rPr>
                        <a:t>REST APIs, weather API, payment API</a:t>
                      </a:r>
                    </a:p>
                  </a:txBody>
                  <a:tcPr marL="13992" marR="13992" marT="6996" marB="6996" anchor="ctr"/>
                </a:tc>
                <a:extLst>
                  <a:ext uri="{0D108BD9-81ED-4DB2-BD59-A6C34878D82A}">
                    <a16:rowId xmlns:a16="http://schemas.microsoft.com/office/drawing/2014/main" val="4031319257"/>
                  </a:ext>
                </a:extLst>
              </a:tr>
              <a:tr h="445055">
                <a:tc>
                  <a:txBody>
                    <a:bodyPr/>
                    <a:lstStyle/>
                    <a:p>
                      <a:pPr algn="l">
                        <a:buNone/>
                      </a:pPr>
                      <a:r>
                        <a:rPr lang="en-US" sz="1400" b="0" i="0" u="none" strike="noStrike" cap="none" spc="0" dirty="0">
                          <a:solidFill>
                            <a:schemeClr val="dk1"/>
                          </a:solidFill>
                          <a:latin typeface="Microsoft Sans"/>
                          <a:sym typeface="Helvetica Neue"/>
                        </a:rPr>
                        <a:t>Database tools</a:t>
                      </a:r>
                    </a:p>
                  </a:txBody>
                  <a:tcPr marL="13992" marR="13992" marT="6996" marB="6996" anchor="ctr"/>
                </a:tc>
                <a:tc>
                  <a:txBody>
                    <a:bodyPr/>
                    <a:lstStyle/>
                    <a:p>
                      <a:pPr algn="l">
                        <a:buNone/>
                      </a:pPr>
                      <a:r>
                        <a:rPr lang="en-US" sz="1400" b="0" i="0" u="none" strike="noStrike" cap="none" spc="0">
                          <a:solidFill>
                            <a:schemeClr val="dk1"/>
                          </a:solidFill>
                          <a:latin typeface="Microsoft Sans"/>
                          <a:sym typeface="Helvetica Neue"/>
                        </a:rPr>
                        <a:t>Query or update data</a:t>
                      </a:r>
                    </a:p>
                  </a:txBody>
                  <a:tcPr marL="13992" marR="13992" marT="6996" marB="6996" anchor="ctr"/>
                </a:tc>
                <a:tc>
                  <a:txBody>
                    <a:bodyPr/>
                    <a:lstStyle/>
                    <a:p>
                      <a:pPr algn="l">
                        <a:buNone/>
                      </a:pPr>
                      <a:r>
                        <a:rPr lang="en-US" sz="1400" b="0" i="0" u="none" strike="noStrike" cap="none" spc="0">
                          <a:solidFill>
                            <a:schemeClr val="dk1"/>
                          </a:solidFill>
                          <a:latin typeface="Microsoft Sans"/>
                          <a:sym typeface="Helvetica Neue"/>
                        </a:rPr>
                        <a:t>SQL, PostgreSQL, MongoDB, vector databases</a:t>
                      </a:r>
                    </a:p>
                  </a:txBody>
                  <a:tcPr marL="13992" marR="13992" marT="6996" marB="6996" anchor="ctr"/>
                </a:tc>
                <a:extLst>
                  <a:ext uri="{0D108BD9-81ED-4DB2-BD59-A6C34878D82A}">
                    <a16:rowId xmlns:a16="http://schemas.microsoft.com/office/drawing/2014/main" val="1798512328"/>
                  </a:ext>
                </a:extLst>
              </a:tr>
              <a:tr h="344558">
                <a:tc>
                  <a:txBody>
                    <a:bodyPr/>
                    <a:lstStyle/>
                    <a:p>
                      <a:pPr algn="l">
                        <a:buNone/>
                      </a:pPr>
                      <a:r>
                        <a:rPr lang="en-US" sz="1400" b="0" i="0" u="none" strike="noStrike" cap="none" spc="0">
                          <a:solidFill>
                            <a:schemeClr val="dk1"/>
                          </a:solidFill>
                          <a:latin typeface="Microsoft Sans"/>
                          <a:sym typeface="Helvetica Neue"/>
                        </a:rPr>
                        <a:t>Code execution</a:t>
                      </a:r>
                    </a:p>
                  </a:txBody>
                  <a:tcPr marL="13992" marR="13992" marT="6996" marB="6996" anchor="ctr"/>
                </a:tc>
                <a:tc>
                  <a:txBody>
                    <a:bodyPr/>
                    <a:lstStyle/>
                    <a:p>
                      <a:pPr algn="l">
                        <a:buNone/>
                      </a:pPr>
                      <a:r>
                        <a:rPr lang="en-US" sz="1400" b="0" i="0" u="none" strike="noStrike" cap="none" spc="0" dirty="0">
                          <a:solidFill>
                            <a:schemeClr val="dk1"/>
                          </a:solidFill>
                          <a:latin typeface="Microsoft Sans"/>
                          <a:sym typeface="Helvetica Neue"/>
                        </a:rPr>
                        <a:t>Run calculations/programs</a:t>
                      </a:r>
                    </a:p>
                  </a:txBody>
                  <a:tcPr marL="13992" marR="13992" marT="6996" marB="6996" anchor="ctr"/>
                </a:tc>
                <a:tc>
                  <a:txBody>
                    <a:bodyPr/>
                    <a:lstStyle/>
                    <a:p>
                      <a:pPr algn="l">
                        <a:buNone/>
                      </a:pPr>
                      <a:r>
                        <a:rPr lang="en-US" sz="1400" b="0" i="0" u="none" strike="noStrike" cap="none" spc="0">
                          <a:solidFill>
                            <a:schemeClr val="dk1"/>
                          </a:solidFill>
                          <a:latin typeface="Microsoft Sans"/>
                          <a:sym typeface="Helvetica Neue"/>
                        </a:rPr>
                        <a:t>Python, JavaScript, shell</a:t>
                      </a:r>
                    </a:p>
                  </a:txBody>
                  <a:tcPr marL="13992" marR="13992" marT="6996" marB="6996" anchor="ctr"/>
                </a:tc>
                <a:extLst>
                  <a:ext uri="{0D108BD9-81ED-4DB2-BD59-A6C34878D82A}">
                    <a16:rowId xmlns:a16="http://schemas.microsoft.com/office/drawing/2014/main" val="667605203"/>
                  </a:ext>
                </a:extLst>
              </a:tr>
              <a:tr h="244063">
                <a:tc>
                  <a:txBody>
                    <a:bodyPr/>
                    <a:lstStyle/>
                    <a:p>
                      <a:pPr algn="l">
                        <a:buNone/>
                      </a:pPr>
                      <a:r>
                        <a:rPr lang="en-US" sz="1400" b="0" i="0" u="none" strike="noStrike" cap="none" spc="0">
                          <a:solidFill>
                            <a:schemeClr val="dk1"/>
                          </a:solidFill>
                          <a:latin typeface="Microsoft Sans"/>
                          <a:sym typeface="Helvetica Neue"/>
                        </a:rPr>
                        <a:t>File tools</a:t>
                      </a:r>
                    </a:p>
                  </a:txBody>
                  <a:tcPr marL="13992" marR="13992" marT="6996" marB="6996" anchor="ctr"/>
                </a:tc>
                <a:tc>
                  <a:txBody>
                    <a:bodyPr/>
                    <a:lstStyle/>
                    <a:p>
                      <a:pPr algn="l">
                        <a:buNone/>
                      </a:pPr>
                      <a:r>
                        <a:rPr lang="en-US" sz="1400" b="0" i="0" u="none" strike="noStrike" cap="none" spc="0">
                          <a:solidFill>
                            <a:schemeClr val="dk1"/>
                          </a:solidFill>
                          <a:latin typeface="Microsoft Sans"/>
                          <a:sym typeface="Helvetica Neue"/>
                        </a:rPr>
                        <a:t>Read/write documents</a:t>
                      </a:r>
                    </a:p>
                  </a:txBody>
                  <a:tcPr marL="13992" marR="13992" marT="6996" marB="6996" anchor="ctr"/>
                </a:tc>
                <a:tc>
                  <a:txBody>
                    <a:bodyPr/>
                    <a:lstStyle/>
                    <a:p>
                      <a:pPr algn="l">
                        <a:buNone/>
                      </a:pPr>
                      <a:r>
                        <a:rPr lang="en-US" sz="1400" b="0" i="0" u="none" strike="noStrike" cap="none" spc="0">
                          <a:solidFill>
                            <a:schemeClr val="dk1"/>
                          </a:solidFill>
                          <a:latin typeface="Microsoft Sans"/>
                          <a:sym typeface="Helvetica Neue"/>
                        </a:rPr>
                        <a:t>PDFs, CSVs, Excel, JSON</a:t>
                      </a:r>
                    </a:p>
                  </a:txBody>
                  <a:tcPr marL="13992" marR="13992" marT="6996" marB="6996" anchor="ctr"/>
                </a:tc>
                <a:extLst>
                  <a:ext uri="{0D108BD9-81ED-4DB2-BD59-A6C34878D82A}">
                    <a16:rowId xmlns:a16="http://schemas.microsoft.com/office/drawing/2014/main" val="2399232303"/>
                  </a:ext>
                </a:extLst>
              </a:tr>
              <a:tr h="244063">
                <a:tc>
                  <a:txBody>
                    <a:bodyPr/>
                    <a:lstStyle/>
                    <a:p>
                      <a:pPr algn="l">
                        <a:buNone/>
                      </a:pPr>
                      <a:r>
                        <a:rPr lang="en-US" sz="1400" b="0" i="0" u="none" strike="noStrike" cap="none" spc="0">
                          <a:solidFill>
                            <a:schemeClr val="dk1"/>
                          </a:solidFill>
                          <a:latin typeface="Microsoft Sans"/>
                          <a:sym typeface="Helvetica Neue"/>
                        </a:rPr>
                        <a:t>Communication tools</a:t>
                      </a:r>
                    </a:p>
                  </a:txBody>
                  <a:tcPr marL="13992" marR="13992" marT="6996" marB="6996" anchor="ctr"/>
                </a:tc>
                <a:tc>
                  <a:txBody>
                    <a:bodyPr/>
                    <a:lstStyle/>
                    <a:p>
                      <a:pPr algn="l">
                        <a:buNone/>
                      </a:pPr>
                      <a:r>
                        <a:rPr lang="en-US" sz="1400" b="0" i="0" u="none" strike="noStrike" cap="none" spc="0" dirty="0">
                          <a:solidFill>
                            <a:schemeClr val="dk1"/>
                          </a:solidFill>
                          <a:latin typeface="Microsoft Sans"/>
                          <a:sym typeface="Helvetica Neue"/>
                        </a:rPr>
                        <a:t>Send/read communications</a:t>
                      </a:r>
                    </a:p>
                  </a:txBody>
                  <a:tcPr marL="13992" marR="13992" marT="6996" marB="6996" anchor="ctr"/>
                </a:tc>
                <a:tc>
                  <a:txBody>
                    <a:bodyPr/>
                    <a:lstStyle/>
                    <a:p>
                      <a:pPr algn="l">
                        <a:buNone/>
                      </a:pPr>
                      <a:r>
                        <a:rPr lang="en-US" sz="1400" b="0" i="0" u="none" strike="noStrike" cap="none" spc="0">
                          <a:solidFill>
                            <a:schemeClr val="dk1"/>
                          </a:solidFill>
                          <a:latin typeface="Microsoft Sans"/>
                          <a:sym typeface="Helvetica Neue"/>
                        </a:rPr>
                        <a:t>Email, Slack, Teams</a:t>
                      </a:r>
                    </a:p>
                  </a:txBody>
                  <a:tcPr marL="13992" marR="13992" marT="6996" marB="6996" anchor="ctr"/>
                </a:tc>
                <a:extLst>
                  <a:ext uri="{0D108BD9-81ED-4DB2-BD59-A6C34878D82A}">
                    <a16:rowId xmlns:a16="http://schemas.microsoft.com/office/drawing/2014/main" val="1217030690"/>
                  </a:ext>
                </a:extLst>
              </a:tr>
              <a:tr h="344558">
                <a:tc>
                  <a:txBody>
                    <a:bodyPr/>
                    <a:lstStyle/>
                    <a:p>
                      <a:pPr algn="l">
                        <a:buNone/>
                      </a:pPr>
                      <a:r>
                        <a:rPr lang="en-US" sz="1400" b="0" i="0" u="none" strike="noStrike" cap="none" spc="0">
                          <a:solidFill>
                            <a:schemeClr val="dk1"/>
                          </a:solidFill>
                          <a:latin typeface="Microsoft Sans"/>
                          <a:sym typeface="Helvetica Neue"/>
                        </a:rPr>
                        <a:t>Business-system tools</a:t>
                      </a:r>
                    </a:p>
                  </a:txBody>
                  <a:tcPr marL="13992" marR="13992" marT="6996" marB="6996" anchor="ctr"/>
                </a:tc>
                <a:tc>
                  <a:txBody>
                    <a:bodyPr/>
                    <a:lstStyle/>
                    <a:p>
                      <a:pPr algn="l">
                        <a:buNone/>
                      </a:pPr>
                      <a:r>
                        <a:rPr lang="en-US" sz="1400" b="0" i="0" u="none" strike="noStrike" cap="none" spc="0">
                          <a:solidFill>
                            <a:schemeClr val="dk1"/>
                          </a:solidFill>
                          <a:latin typeface="Microsoft Sans"/>
                          <a:sym typeface="Helvetica Neue"/>
                        </a:rPr>
                        <a:t>Perform organizational actions</a:t>
                      </a:r>
                    </a:p>
                  </a:txBody>
                  <a:tcPr marL="13992" marR="13992" marT="6996" marB="6996" anchor="ctr"/>
                </a:tc>
                <a:tc>
                  <a:txBody>
                    <a:bodyPr/>
                    <a:lstStyle/>
                    <a:p>
                      <a:pPr algn="l">
                        <a:buNone/>
                      </a:pPr>
                      <a:r>
                        <a:rPr lang="en-US" sz="1400" b="0" i="0" u="none" strike="noStrike" cap="none" spc="0">
                          <a:solidFill>
                            <a:schemeClr val="dk1"/>
                          </a:solidFill>
                          <a:latin typeface="Microsoft Sans"/>
                          <a:sym typeface="Helvetica Neue"/>
                        </a:rPr>
                        <a:t>CRM, ERP, ticketing systems</a:t>
                      </a:r>
                    </a:p>
                  </a:txBody>
                  <a:tcPr marL="13992" marR="13992" marT="6996" marB="6996" anchor="ctr"/>
                </a:tc>
                <a:extLst>
                  <a:ext uri="{0D108BD9-81ED-4DB2-BD59-A6C34878D82A}">
                    <a16:rowId xmlns:a16="http://schemas.microsoft.com/office/drawing/2014/main" val="1263279356"/>
                  </a:ext>
                </a:extLst>
              </a:tr>
              <a:tr h="344558">
                <a:tc>
                  <a:txBody>
                    <a:bodyPr/>
                    <a:lstStyle/>
                    <a:p>
                      <a:pPr algn="l">
                        <a:buNone/>
                      </a:pPr>
                      <a:r>
                        <a:rPr lang="en-US" sz="1400" b="0" i="0" u="none" strike="noStrike" cap="none" spc="0">
                          <a:solidFill>
                            <a:schemeClr val="dk1"/>
                          </a:solidFill>
                          <a:latin typeface="Microsoft Sans"/>
                          <a:sym typeface="Helvetica Neue"/>
                        </a:rPr>
                        <a:t>Retrieval/RAG tools</a:t>
                      </a:r>
                    </a:p>
                  </a:txBody>
                  <a:tcPr marL="13992" marR="13992" marT="6996" marB="6996" anchor="ctr"/>
                </a:tc>
                <a:tc>
                  <a:txBody>
                    <a:bodyPr/>
                    <a:lstStyle/>
                    <a:p>
                      <a:pPr algn="l">
                        <a:buNone/>
                      </a:pPr>
                      <a:r>
                        <a:rPr lang="en-US" sz="1400" b="0" i="0" u="none" strike="noStrike" cap="none" spc="0">
                          <a:solidFill>
                            <a:schemeClr val="dk1"/>
                          </a:solidFill>
                          <a:latin typeface="Microsoft Sans"/>
                          <a:sym typeface="Helvetica Neue"/>
                        </a:rPr>
                        <a:t>Search private knowledge</a:t>
                      </a:r>
                    </a:p>
                  </a:txBody>
                  <a:tcPr marL="13992" marR="13992" marT="6996" marB="6996" anchor="ctr"/>
                </a:tc>
                <a:tc>
                  <a:txBody>
                    <a:bodyPr/>
                    <a:lstStyle/>
                    <a:p>
                      <a:pPr algn="l">
                        <a:buNone/>
                      </a:pPr>
                      <a:r>
                        <a:rPr lang="en-US" sz="1400" b="0" i="0" u="none" strike="noStrike" cap="none" spc="0">
                          <a:solidFill>
                            <a:schemeClr val="dk1"/>
                          </a:solidFill>
                          <a:latin typeface="Microsoft Sans"/>
                          <a:sym typeface="Helvetica Neue"/>
                        </a:rPr>
                        <a:t>Vector search, document retrieval</a:t>
                      </a:r>
                    </a:p>
                  </a:txBody>
                  <a:tcPr marL="13992" marR="13992" marT="6996" marB="6996" anchor="ctr"/>
                </a:tc>
                <a:extLst>
                  <a:ext uri="{0D108BD9-81ED-4DB2-BD59-A6C34878D82A}">
                    <a16:rowId xmlns:a16="http://schemas.microsoft.com/office/drawing/2014/main" val="817041638"/>
                  </a:ext>
                </a:extLst>
              </a:tr>
              <a:tr h="244063">
                <a:tc>
                  <a:txBody>
                    <a:bodyPr/>
                    <a:lstStyle/>
                    <a:p>
                      <a:pPr algn="l">
                        <a:buNone/>
                      </a:pPr>
                      <a:r>
                        <a:rPr lang="en-US" sz="1400" b="0" i="0" u="none" strike="noStrike" cap="none" spc="0">
                          <a:solidFill>
                            <a:schemeClr val="dk1"/>
                          </a:solidFill>
                          <a:latin typeface="Microsoft Sans"/>
                          <a:sym typeface="Helvetica Neue"/>
                        </a:rPr>
                        <a:t>Computer-use tools</a:t>
                      </a:r>
                    </a:p>
                  </a:txBody>
                  <a:tcPr marL="13992" marR="13992" marT="6996" marB="6996" anchor="ctr"/>
                </a:tc>
                <a:tc>
                  <a:txBody>
                    <a:bodyPr/>
                    <a:lstStyle/>
                    <a:p>
                      <a:pPr algn="l">
                        <a:buNone/>
                      </a:pPr>
                      <a:r>
                        <a:rPr lang="en-US" sz="1400" b="0" i="0" u="none" strike="noStrike" cap="none" spc="0">
                          <a:solidFill>
                            <a:schemeClr val="dk1"/>
                          </a:solidFill>
                          <a:latin typeface="Microsoft Sans"/>
                          <a:sym typeface="Helvetica Neue"/>
                        </a:rPr>
                        <a:t>Operate software interfaces</a:t>
                      </a:r>
                    </a:p>
                  </a:txBody>
                  <a:tcPr marL="13992" marR="13992" marT="6996" marB="6996" anchor="ctr"/>
                </a:tc>
                <a:tc>
                  <a:txBody>
                    <a:bodyPr/>
                    <a:lstStyle/>
                    <a:p>
                      <a:pPr algn="l">
                        <a:buNone/>
                      </a:pPr>
                      <a:r>
                        <a:rPr lang="en-US" sz="1400" b="0" i="0" u="none" strike="noStrike" cap="none" spc="0" dirty="0">
                          <a:solidFill>
                            <a:schemeClr val="dk1"/>
                          </a:solidFill>
                          <a:latin typeface="Microsoft Sans"/>
                          <a:sym typeface="Helvetica Neue"/>
                        </a:rPr>
                        <a:t>Browser control, clicking, typing</a:t>
                      </a:r>
                    </a:p>
                  </a:txBody>
                  <a:tcPr marL="13992" marR="13992" marT="6996" marB="6996" anchor="ctr"/>
                </a:tc>
                <a:extLst>
                  <a:ext uri="{0D108BD9-81ED-4DB2-BD59-A6C34878D82A}">
                    <a16:rowId xmlns:a16="http://schemas.microsoft.com/office/drawing/2014/main" val="2522410986"/>
                  </a:ext>
                </a:extLst>
              </a:tr>
              <a:tr h="344558">
                <a:tc>
                  <a:txBody>
                    <a:bodyPr/>
                    <a:lstStyle/>
                    <a:p>
                      <a:pPr algn="l">
                        <a:buNone/>
                      </a:pPr>
                      <a:r>
                        <a:rPr lang="en-US" sz="1400" b="0" i="0" u="none" strike="noStrike" cap="none" spc="0">
                          <a:solidFill>
                            <a:schemeClr val="dk1"/>
                          </a:solidFill>
                          <a:latin typeface="Microsoft Sans"/>
                          <a:sym typeface="Helvetica Neue"/>
                        </a:rPr>
                        <a:t>Memory tools</a:t>
                      </a:r>
                    </a:p>
                  </a:txBody>
                  <a:tcPr marL="13992" marR="13992" marT="6996" marB="6996" anchor="ctr"/>
                </a:tc>
                <a:tc>
                  <a:txBody>
                    <a:bodyPr/>
                    <a:lstStyle/>
                    <a:p>
                      <a:pPr algn="l">
                        <a:buNone/>
                      </a:pPr>
                      <a:r>
                        <a:rPr lang="en-US" sz="1400" b="0" i="0" u="none" strike="noStrike" cap="none" spc="0">
                          <a:solidFill>
                            <a:schemeClr val="dk1"/>
                          </a:solidFill>
                          <a:latin typeface="Microsoft Sans"/>
                          <a:sym typeface="Helvetica Neue"/>
                        </a:rPr>
                        <a:t>Store/retrieve information across tasks</a:t>
                      </a:r>
                    </a:p>
                  </a:txBody>
                  <a:tcPr marL="13992" marR="13992" marT="6996" marB="6996" anchor="ctr"/>
                </a:tc>
                <a:tc>
                  <a:txBody>
                    <a:bodyPr/>
                    <a:lstStyle/>
                    <a:p>
                      <a:pPr algn="l">
                        <a:buNone/>
                      </a:pPr>
                      <a:r>
                        <a:rPr lang="en-US" sz="1400" b="0" i="0" u="none" strike="noStrike" cap="none" spc="0" dirty="0">
                          <a:solidFill>
                            <a:schemeClr val="dk1"/>
                          </a:solidFill>
                          <a:latin typeface="Microsoft Sans"/>
                          <a:sym typeface="Helvetica Neue"/>
                        </a:rPr>
                        <a:t>User preferences, task state</a:t>
                      </a:r>
                    </a:p>
                  </a:txBody>
                  <a:tcPr marL="13992" marR="13992" marT="6996" marB="6996" anchor="ctr"/>
                </a:tc>
                <a:extLst>
                  <a:ext uri="{0D108BD9-81ED-4DB2-BD59-A6C34878D82A}">
                    <a16:rowId xmlns:a16="http://schemas.microsoft.com/office/drawing/2014/main" val="993898047"/>
                  </a:ext>
                </a:extLst>
              </a:tr>
              <a:tr h="445055">
                <a:tc>
                  <a:txBody>
                    <a:bodyPr/>
                    <a:lstStyle/>
                    <a:p>
                      <a:pPr algn="l">
                        <a:buNone/>
                      </a:pPr>
                      <a:r>
                        <a:rPr lang="en-US" sz="1400" b="0" i="0" u="none" strike="noStrike" cap="none" spc="0">
                          <a:solidFill>
                            <a:schemeClr val="dk1"/>
                          </a:solidFill>
                          <a:latin typeface="Microsoft Sans"/>
                          <a:sym typeface="Helvetica Neue"/>
                        </a:rPr>
                        <a:t>Specialized AI tools</a:t>
                      </a:r>
                    </a:p>
                  </a:txBody>
                  <a:tcPr marL="13992" marR="13992" marT="6996" marB="6996" anchor="ctr"/>
                </a:tc>
                <a:tc>
                  <a:txBody>
                    <a:bodyPr/>
                    <a:lstStyle/>
                    <a:p>
                      <a:pPr algn="l">
                        <a:buNone/>
                      </a:pPr>
                      <a:r>
                        <a:rPr lang="en-US" sz="1400" b="0" i="0" u="none" strike="noStrike" cap="none" spc="0">
                          <a:solidFill>
                            <a:schemeClr val="dk1"/>
                          </a:solidFill>
                          <a:latin typeface="Microsoft Sans"/>
                          <a:sym typeface="Helvetica Neue"/>
                        </a:rPr>
                        <a:t>Delegate particular tasks</a:t>
                      </a:r>
                    </a:p>
                  </a:txBody>
                  <a:tcPr marL="13992" marR="13992" marT="6996" marB="6996" anchor="ctr"/>
                </a:tc>
                <a:tc>
                  <a:txBody>
                    <a:bodyPr/>
                    <a:lstStyle/>
                    <a:p>
                      <a:pPr algn="l">
                        <a:buNone/>
                      </a:pPr>
                      <a:r>
                        <a:rPr lang="en-US" sz="1400" b="0" i="0" u="none" strike="noStrike" cap="none" spc="0" dirty="0">
                          <a:solidFill>
                            <a:schemeClr val="dk1"/>
                          </a:solidFill>
                          <a:latin typeface="Microsoft Sans"/>
                          <a:sym typeface="Helvetica Neue"/>
                        </a:rPr>
                        <a:t>Vision, speech, image generation, other agents</a:t>
                      </a:r>
                    </a:p>
                  </a:txBody>
                  <a:tcPr marL="13992" marR="13992" marT="6996" marB="6996" anchor="ctr"/>
                </a:tc>
                <a:extLst>
                  <a:ext uri="{0D108BD9-81ED-4DB2-BD59-A6C34878D82A}">
                    <a16:rowId xmlns:a16="http://schemas.microsoft.com/office/drawing/2014/main" val="3936124676"/>
                  </a:ext>
                </a:extLst>
              </a:tr>
            </a:tbl>
          </a:graphicData>
        </a:graphic>
      </p:graphicFrame>
    </p:spTree>
    <p:extLst>
      <p:ext uri="{BB962C8B-B14F-4D97-AF65-F5344CB8AC3E}">
        <p14:creationId xmlns:p14="http://schemas.microsoft.com/office/powerpoint/2010/main" val="171127288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5481C5-E4A8-6CD9-E013-037010BACFF3}"/>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0818F6B7-8071-DFE8-0F49-2BEE2F0BF300}"/>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2600" dirty="0"/>
              <a:t>Agentic AI Demo 1: OpenAI </a:t>
            </a:r>
            <a:r>
              <a:rPr lang="en-US" sz="2600" dirty="0" err="1"/>
              <a:t>AgentBuilder</a:t>
            </a:r>
            <a:endParaRPr lang="en-US" sz="2600" dirty="0"/>
          </a:p>
        </p:txBody>
      </p:sp>
      <p:sp>
        <p:nvSpPr>
          <p:cNvPr id="7" name="TextBox 6">
            <a:extLst>
              <a:ext uri="{FF2B5EF4-FFF2-40B4-BE49-F238E27FC236}">
                <a16:creationId xmlns:a16="http://schemas.microsoft.com/office/drawing/2014/main" id="{8C8B38B0-309C-0EB9-2268-3618415F2C46}"/>
              </a:ext>
            </a:extLst>
          </p:cNvPr>
          <p:cNvSpPr txBox="1"/>
          <p:nvPr/>
        </p:nvSpPr>
        <p:spPr>
          <a:xfrm>
            <a:off x="397239" y="1510419"/>
            <a:ext cx="6481602" cy="36933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5750" indent="-285750">
              <a:buFont typeface="Arial" panose="020B0604020202020204" pitchFamily="34" charset="0"/>
              <a:buChar char="•"/>
            </a:pPr>
            <a:r>
              <a:rPr lang="en-US" dirty="0">
                <a:latin typeface="Microsoft Sans"/>
              </a:rPr>
              <a:t>Use “Web Search” tool to find current information</a:t>
            </a:r>
          </a:p>
        </p:txBody>
      </p:sp>
    </p:spTree>
    <p:extLst>
      <p:ext uri="{BB962C8B-B14F-4D97-AF65-F5344CB8AC3E}">
        <p14:creationId xmlns:p14="http://schemas.microsoft.com/office/powerpoint/2010/main" val="3028160985"/>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D8402-CCD0-BFC5-C62F-D4A74A0DCE89}"/>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7B28DD6D-B438-D620-8F5E-339C2B157713}"/>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2800" dirty="0"/>
              <a:t>SAGA Orchestration</a:t>
            </a:r>
            <a:endParaRPr lang="en-US" sz="2600" dirty="0"/>
          </a:p>
        </p:txBody>
      </p:sp>
      <p:pic>
        <p:nvPicPr>
          <p:cNvPr id="3" name="Picture 2">
            <a:extLst>
              <a:ext uri="{FF2B5EF4-FFF2-40B4-BE49-F238E27FC236}">
                <a16:creationId xmlns:a16="http://schemas.microsoft.com/office/drawing/2014/main" id="{23106F15-A41A-47AF-210D-7195B9FCF6EB}"/>
              </a:ext>
            </a:extLst>
          </p:cNvPr>
          <p:cNvPicPr>
            <a:picLocks noChangeAspect="1"/>
          </p:cNvPicPr>
          <p:nvPr/>
        </p:nvPicPr>
        <p:blipFill>
          <a:blip r:embed="rId2"/>
          <a:stretch>
            <a:fillRect/>
          </a:stretch>
        </p:blipFill>
        <p:spPr>
          <a:xfrm>
            <a:off x="365123" y="1600093"/>
            <a:ext cx="7601243" cy="4500903"/>
          </a:xfrm>
          <a:prstGeom prst="rect">
            <a:avLst/>
          </a:prstGeom>
        </p:spPr>
      </p:pic>
      <p:sp>
        <p:nvSpPr>
          <p:cNvPr id="5" name="TextBox 4">
            <a:extLst>
              <a:ext uri="{FF2B5EF4-FFF2-40B4-BE49-F238E27FC236}">
                <a16:creationId xmlns:a16="http://schemas.microsoft.com/office/drawing/2014/main" id="{5AA985A3-38BC-80EB-90B4-60AAB00EEA44}"/>
              </a:ext>
            </a:extLst>
          </p:cNvPr>
          <p:cNvSpPr txBox="1"/>
          <p:nvPr/>
        </p:nvSpPr>
        <p:spPr>
          <a:xfrm>
            <a:off x="155647" y="6158670"/>
            <a:ext cx="7601243" cy="2769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sz="1200" dirty="0"/>
              <a:t>https://docs.aws.amazon.com/prescriptive-guidance/latest/agentic-ai-patterns/saga-orchestration-patterns.html</a:t>
            </a:r>
          </a:p>
        </p:txBody>
      </p:sp>
    </p:spTree>
    <p:extLst>
      <p:ext uri="{BB962C8B-B14F-4D97-AF65-F5344CB8AC3E}">
        <p14:creationId xmlns:p14="http://schemas.microsoft.com/office/powerpoint/2010/main" val="2631822722"/>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A91235-224B-69E5-C413-195FC07E214C}"/>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5B7A16EC-D1E2-556A-4507-1D1A0C023C8C}"/>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2800" dirty="0"/>
              <a:t>Agentic AI Demo 2</a:t>
            </a:r>
          </a:p>
          <a:p>
            <a:pPr hangingPunct="1">
              <a:defRPr/>
            </a:pPr>
            <a:r>
              <a:rPr lang="en-US" sz="2800" dirty="0">
                <a:solidFill>
                  <a:srgbClr val="FF0000"/>
                </a:solidFill>
              </a:rPr>
              <a:t>Multi-Agent Research Paper Processing</a:t>
            </a:r>
            <a:endParaRPr lang="en-US" sz="2600" dirty="0">
              <a:solidFill>
                <a:srgbClr val="FF0000"/>
              </a:solidFill>
            </a:endParaRPr>
          </a:p>
        </p:txBody>
      </p:sp>
      <p:sp>
        <p:nvSpPr>
          <p:cNvPr id="4" name="TextBox 3">
            <a:extLst>
              <a:ext uri="{FF2B5EF4-FFF2-40B4-BE49-F238E27FC236}">
                <a16:creationId xmlns:a16="http://schemas.microsoft.com/office/drawing/2014/main" id="{1B68C2AF-DF0B-781D-0FA0-1AED217E3863}"/>
              </a:ext>
            </a:extLst>
          </p:cNvPr>
          <p:cNvSpPr txBox="1"/>
          <p:nvPr/>
        </p:nvSpPr>
        <p:spPr>
          <a:xfrm>
            <a:off x="217793" y="5362014"/>
            <a:ext cx="6644390" cy="11621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5750" indent="-285750">
              <a:lnSpc>
                <a:spcPct val="150000"/>
              </a:lnSpc>
              <a:buFont typeface="Arial" panose="020B0604020202020204" pitchFamily="34" charset="0"/>
              <a:buChar char="•"/>
            </a:pPr>
            <a:r>
              <a:rPr lang="en-US" sz="1600" dirty="0">
                <a:latin typeface="Microsoft Sans"/>
              </a:rPr>
              <a:t>Validation Agent -&gt; State Valid / Invalid</a:t>
            </a:r>
          </a:p>
          <a:p>
            <a:pPr marL="285750" indent="-285750">
              <a:lnSpc>
                <a:spcPct val="150000"/>
              </a:lnSpc>
              <a:buFont typeface="Arial" panose="020B0604020202020204" pitchFamily="34" charset="0"/>
              <a:buChar char="•"/>
            </a:pPr>
            <a:r>
              <a:rPr lang="en-US" sz="1600" dirty="0">
                <a:latin typeface="Microsoft Sans"/>
              </a:rPr>
              <a:t>Review Agent -&gt; Provide Strengths /Weaknesses / Suggestions</a:t>
            </a:r>
          </a:p>
          <a:p>
            <a:pPr marL="285750" indent="-285750">
              <a:lnSpc>
                <a:spcPct val="150000"/>
              </a:lnSpc>
              <a:buFont typeface="Arial" panose="020B0604020202020204" pitchFamily="34" charset="0"/>
              <a:buChar char="•"/>
            </a:pPr>
            <a:r>
              <a:rPr lang="en-US" sz="1600" dirty="0">
                <a:latin typeface="Microsoft Sans"/>
              </a:rPr>
              <a:t>Summary Agent -&gt; 300-word summary of the paper</a:t>
            </a:r>
          </a:p>
        </p:txBody>
      </p:sp>
      <p:pic>
        <p:nvPicPr>
          <p:cNvPr id="9" name="Picture 8">
            <a:extLst>
              <a:ext uri="{FF2B5EF4-FFF2-40B4-BE49-F238E27FC236}">
                <a16:creationId xmlns:a16="http://schemas.microsoft.com/office/drawing/2014/main" id="{9002E695-F159-C6CE-9938-F0987342DE90}"/>
              </a:ext>
            </a:extLst>
          </p:cNvPr>
          <p:cNvPicPr>
            <a:picLocks noChangeAspect="1"/>
          </p:cNvPicPr>
          <p:nvPr/>
        </p:nvPicPr>
        <p:blipFill>
          <a:blip r:embed="rId2"/>
          <a:stretch>
            <a:fillRect/>
          </a:stretch>
        </p:blipFill>
        <p:spPr>
          <a:xfrm>
            <a:off x="155647" y="1468343"/>
            <a:ext cx="6706536" cy="3810532"/>
          </a:xfrm>
          <a:prstGeom prst="rect">
            <a:avLst/>
          </a:prstGeom>
        </p:spPr>
        <p:style>
          <a:lnRef idx="2">
            <a:schemeClr val="accent1"/>
          </a:lnRef>
          <a:fillRef idx="1">
            <a:schemeClr val="lt1"/>
          </a:fillRef>
          <a:effectRef idx="0">
            <a:schemeClr val="accent1"/>
          </a:effectRef>
          <a:fontRef idx="minor">
            <a:schemeClr val="dk1"/>
          </a:fontRef>
        </p:style>
      </p:pic>
      <p:sp>
        <p:nvSpPr>
          <p:cNvPr id="11" name="TextBox 10">
            <a:extLst>
              <a:ext uri="{FF2B5EF4-FFF2-40B4-BE49-F238E27FC236}">
                <a16:creationId xmlns:a16="http://schemas.microsoft.com/office/drawing/2014/main" id="{142DFE0A-79DC-9BC6-CE51-BC5644EDFB6F}"/>
              </a:ext>
            </a:extLst>
          </p:cNvPr>
          <p:cNvSpPr txBox="1"/>
          <p:nvPr/>
        </p:nvSpPr>
        <p:spPr>
          <a:xfrm>
            <a:off x="7176895" y="5943070"/>
            <a:ext cx="1592351"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r>
              <a:rPr lang="en-US" b="1" dirty="0">
                <a:solidFill>
                  <a:srgbClr val="002060"/>
                </a:solidFill>
              </a:rPr>
              <a:t>agentic-ai-app</a:t>
            </a:r>
            <a:endParaRPr kumimoji="0" lang="en-US" sz="1800" b="1" i="0" u="none" strike="noStrike" cap="none" spc="0" normalizeH="0" baseline="0" dirty="0">
              <a:ln>
                <a:noFill/>
              </a:ln>
              <a:solidFill>
                <a:srgbClr val="002060"/>
              </a:solidFill>
              <a:effectLst/>
              <a:uFillTx/>
              <a:latin typeface="Calibri"/>
              <a:ea typeface="Calibri"/>
              <a:cs typeface="Calibri"/>
              <a:sym typeface="Calibri"/>
            </a:endParaRPr>
          </a:p>
        </p:txBody>
      </p:sp>
    </p:spTree>
    <p:extLst>
      <p:ext uri="{BB962C8B-B14F-4D97-AF65-F5344CB8AC3E}">
        <p14:creationId xmlns:p14="http://schemas.microsoft.com/office/powerpoint/2010/main" val="2673867147"/>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E37B04-C686-B04F-C460-A495A6C3106D}"/>
            </a:ext>
          </a:extLst>
        </p:cNvPr>
        <p:cNvGrpSpPr/>
        <p:nvPr/>
      </p:nvGrpSpPr>
      <p:grpSpPr>
        <a:xfrm>
          <a:off x="0" y="0"/>
          <a:ext cx="0" cy="0"/>
          <a:chOff x="0" y="0"/>
          <a:chExt cx="0" cy="0"/>
        </a:xfrm>
      </p:grpSpPr>
      <p:sp>
        <p:nvSpPr>
          <p:cNvPr id="353" name="Content Placeholder 1">
            <a:extLst>
              <a:ext uri="{FF2B5EF4-FFF2-40B4-BE49-F238E27FC236}">
                <a16:creationId xmlns:a16="http://schemas.microsoft.com/office/drawing/2014/main" id="{F8EF857C-FC13-849E-B3EE-E610523B1098}"/>
              </a:ext>
            </a:extLst>
          </p:cNvPr>
          <p:cNvSpPr txBox="1">
            <a:spLocks noGrp="1"/>
          </p:cNvSpPr>
          <p:nvPr>
            <p:ph type="body" sz="half" idx="1"/>
          </p:nvPr>
        </p:nvSpPr>
        <p:spPr>
          <a:prstGeom prst="rect">
            <a:avLst/>
          </a:prstGeom>
        </p:spPr>
        <p:txBody>
          <a:bodyPr/>
          <a:lstStyle/>
          <a:p>
            <a:pPr algn="ctr">
              <a:spcBef>
                <a:spcPct val="0"/>
              </a:spcBef>
              <a:defRPr/>
            </a:pPr>
            <a:r>
              <a:rPr lang="en-US" dirty="0" err="1"/>
              <a:t>AgentOps</a:t>
            </a:r>
            <a:endParaRPr lang="en-US" dirty="0">
              <a:latin typeface="Arial" charset="0"/>
              <a:cs typeface="Arial" charset="0"/>
            </a:endParaRPr>
          </a:p>
        </p:txBody>
      </p:sp>
    </p:spTree>
    <p:extLst>
      <p:ext uri="{BB962C8B-B14F-4D97-AF65-F5344CB8AC3E}">
        <p14:creationId xmlns:p14="http://schemas.microsoft.com/office/powerpoint/2010/main" val="988709379"/>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146AC-5DA7-FC32-B7B2-31BE0308BC15}"/>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D1E130AE-F988-677F-EA1F-987677993F45}"/>
              </a:ext>
            </a:extLst>
          </p:cNvPr>
          <p:cNvSpPr txBox="1"/>
          <p:nvPr/>
        </p:nvSpPr>
        <p:spPr>
          <a:xfrm>
            <a:off x="299480" y="0"/>
            <a:ext cx="623316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r>
              <a:rPr lang="en-US" dirty="0" err="1"/>
              <a:t>AgentOps</a:t>
            </a:r>
            <a:r>
              <a:rPr lang="en-US" dirty="0"/>
              <a:t> Tools</a:t>
            </a:r>
          </a:p>
        </p:txBody>
      </p:sp>
      <p:graphicFrame>
        <p:nvGraphicFramePr>
          <p:cNvPr id="2" name="Table 1">
            <a:extLst>
              <a:ext uri="{FF2B5EF4-FFF2-40B4-BE49-F238E27FC236}">
                <a16:creationId xmlns:a16="http://schemas.microsoft.com/office/drawing/2014/main" id="{119627BD-CBA9-5159-F1C6-ED63C80D5B86}"/>
              </a:ext>
            </a:extLst>
          </p:cNvPr>
          <p:cNvGraphicFramePr>
            <a:graphicFrameLocks noGrp="1"/>
          </p:cNvGraphicFramePr>
          <p:nvPr>
            <p:extLst>
              <p:ext uri="{D42A27DB-BD31-4B8C-83A1-F6EECF244321}">
                <p14:modId xmlns:p14="http://schemas.microsoft.com/office/powerpoint/2010/main" val="2752819502"/>
              </p:ext>
            </p:extLst>
          </p:nvPr>
        </p:nvGraphicFramePr>
        <p:xfrm>
          <a:off x="299481" y="1542976"/>
          <a:ext cx="8559705" cy="4632969"/>
        </p:xfrm>
        <a:graphic>
          <a:graphicData uri="http://schemas.openxmlformats.org/drawingml/2006/table">
            <a:tbl>
              <a:tblPr>
                <a:tableStyleId>{5940675A-B579-460E-94D1-54222C63F5DA}</a:tableStyleId>
              </a:tblPr>
              <a:tblGrid>
                <a:gridCol w="2293817">
                  <a:extLst>
                    <a:ext uri="{9D8B030D-6E8A-4147-A177-3AD203B41FA5}">
                      <a16:colId xmlns:a16="http://schemas.microsoft.com/office/drawing/2014/main" val="3400778663"/>
                    </a:ext>
                  </a:extLst>
                </a:gridCol>
                <a:gridCol w="2458387">
                  <a:extLst>
                    <a:ext uri="{9D8B030D-6E8A-4147-A177-3AD203B41FA5}">
                      <a16:colId xmlns:a16="http://schemas.microsoft.com/office/drawing/2014/main" val="2539665452"/>
                    </a:ext>
                  </a:extLst>
                </a:gridCol>
                <a:gridCol w="3807501">
                  <a:extLst>
                    <a:ext uri="{9D8B030D-6E8A-4147-A177-3AD203B41FA5}">
                      <a16:colId xmlns:a16="http://schemas.microsoft.com/office/drawing/2014/main" val="453621778"/>
                    </a:ext>
                  </a:extLst>
                </a:gridCol>
              </a:tblGrid>
              <a:tr h="279077">
                <a:tc>
                  <a:txBody>
                    <a:bodyPr/>
                    <a:lstStyle/>
                    <a:p>
                      <a:pPr algn="ctr">
                        <a:buNone/>
                      </a:pPr>
                      <a:r>
                        <a:rPr lang="en-US" sz="1400" b="1" dirty="0" err="1">
                          <a:latin typeface="Microsoft Sans Serif" panose="020B0604020202020204" pitchFamily="34" charset="0"/>
                          <a:ea typeface="Microsoft Sans Serif" panose="020B0604020202020204" pitchFamily="34" charset="0"/>
                          <a:cs typeface="Microsoft Sans Serif" panose="020B0604020202020204" pitchFamily="34" charset="0"/>
                        </a:rPr>
                        <a:t>AgentOps</a:t>
                      </a:r>
                      <a:r>
                        <a:rPr lang="en-US" sz="1400" b="1" dirty="0">
                          <a:latin typeface="Microsoft Sans Serif" panose="020B0604020202020204" pitchFamily="34" charset="0"/>
                          <a:ea typeface="Microsoft Sans Serif" panose="020B0604020202020204" pitchFamily="34" charset="0"/>
                          <a:cs typeface="Microsoft Sans Serif" panose="020B0604020202020204" pitchFamily="34" charset="0"/>
                        </a:rPr>
                        <a:t> Area</a:t>
                      </a:r>
                    </a:p>
                  </a:txBody>
                  <a:tcPr marL="59552" marR="59552" marT="29776" marB="29776" anchor="ctr"/>
                </a:tc>
                <a:tc>
                  <a:txBody>
                    <a:bodyPr/>
                    <a:lstStyle/>
                    <a:p>
                      <a:pPr algn="ctr">
                        <a:buNone/>
                      </a:pPr>
                      <a:r>
                        <a:rPr lang="en-US" sz="1400" b="1">
                          <a:latin typeface="Microsoft Sans Serif" panose="020B0604020202020204" pitchFamily="34" charset="0"/>
                          <a:ea typeface="Microsoft Sans Serif" panose="020B0604020202020204" pitchFamily="34" charset="0"/>
                          <a:cs typeface="Microsoft Sans Serif" panose="020B0604020202020204" pitchFamily="34" charset="0"/>
                        </a:rPr>
                        <a:t>Tool</a:t>
                      </a:r>
                    </a:p>
                  </a:txBody>
                  <a:tcPr marL="59552" marR="59552" marT="29776" marB="29776" anchor="ctr"/>
                </a:tc>
                <a:tc>
                  <a:txBody>
                    <a:bodyPr/>
                    <a:lstStyle/>
                    <a:p>
                      <a:pPr algn="ctr">
                        <a:buNone/>
                      </a:pPr>
                      <a:r>
                        <a:rPr lang="en-US" sz="1400" b="1" dirty="0">
                          <a:latin typeface="Microsoft Sans Serif" panose="020B0604020202020204" pitchFamily="34" charset="0"/>
                          <a:ea typeface="Microsoft Sans Serif" panose="020B0604020202020204" pitchFamily="34" charset="0"/>
                          <a:cs typeface="Microsoft Sans Serif" panose="020B0604020202020204" pitchFamily="34" charset="0"/>
                        </a:rPr>
                        <a:t>Purpose</a:t>
                      </a:r>
                    </a:p>
                  </a:txBody>
                  <a:tcPr marL="59552" marR="59552" marT="29776" marB="29776" anchor="ctr"/>
                </a:tc>
                <a:extLst>
                  <a:ext uri="{0D108BD9-81ED-4DB2-BD59-A6C34878D82A}">
                    <a16:rowId xmlns:a16="http://schemas.microsoft.com/office/drawing/2014/main" val="2027201917"/>
                  </a:ext>
                </a:extLst>
              </a:tr>
              <a:tr h="434919">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Agent Framework / Runtime</a:t>
                      </a:r>
                    </a:p>
                  </a:txBody>
                  <a:tcPr marL="59552" marR="59552" marT="29776" marB="29776" anchor="ctr"/>
                </a:tc>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OpenAI Agents SDK</a:t>
                      </a:r>
                    </a:p>
                  </a:txBody>
                  <a:tcPr marL="59552" marR="59552" marT="29776" marB="29776" anchor="ctr"/>
                </a:tc>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Build and execute the Validation, Review and Summary agents</a:t>
                      </a:r>
                    </a:p>
                  </a:txBody>
                  <a:tcPr marL="59552" marR="59552" marT="29776" marB="29776" anchor="ctr"/>
                </a:tc>
                <a:extLst>
                  <a:ext uri="{0D108BD9-81ED-4DB2-BD59-A6C34878D82A}">
                    <a16:rowId xmlns:a16="http://schemas.microsoft.com/office/drawing/2014/main" val="1567631929"/>
                  </a:ext>
                </a:extLst>
              </a:tr>
              <a:tr h="304487">
                <a:tc>
                  <a:txBody>
                    <a:bodyPr/>
                    <a:lstStyle/>
                    <a:p>
                      <a:pPr algn="l">
                        <a:buNone/>
                      </a:pPr>
                      <a:r>
                        <a:rPr lang="en-US" sz="1200">
                          <a:latin typeface="Microsoft Sans Serif" panose="020B0604020202020204" pitchFamily="34" charset="0"/>
                          <a:ea typeface="Microsoft Sans Serif" panose="020B0604020202020204" pitchFamily="34" charset="0"/>
                          <a:cs typeface="Microsoft Sans Serif" panose="020B0604020202020204" pitchFamily="34" charset="0"/>
                        </a:rPr>
                        <a:t>Agent Orchestration</a:t>
                      </a:r>
                    </a:p>
                  </a:txBody>
                  <a:tcPr marL="59552" marR="59552" marT="29776" marB="29776" anchor="ctr"/>
                </a:tc>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OpenAI Agents SDK</a:t>
                      </a:r>
                    </a:p>
                  </a:txBody>
                  <a:tcPr marL="59552" marR="59552" marT="29776" marB="29776" anchor="ctr"/>
                </a:tc>
                <a:tc>
                  <a:txBody>
                    <a:bodyPr/>
                    <a:lstStyle/>
                    <a:p>
                      <a:pPr algn="l">
                        <a:buNone/>
                      </a:pPr>
                      <a:r>
                        <a:rPr lang="en-US" sz="1200">
                          <a:latin typeface="Microsoft Sans Serif" panose="020B0604020202020204" pitchFamily="34" charset="0"/>
                          <a:ea typeface="Microsoft Sans Serif" panose="020B0604020202020204" pitchFamily="34" charset="0"/>
                          <a:cs typeface="Microsoft Sans Serif" panose="020B0604020202020204" pitchFamily="34" charset="0"/>
                        </a:rPr>
                        <a:t>Control agent sequence, handoffs and workflow</a:t>
                      </a:r>
                    </a:p>
                  </a:txBody>
                  <a:tcPr marL="59552" marR="59552" marT="29776" marB="29776" anchor="ctr"/>
                </a:tc>
                <a:extLst>
                  <a:ext uri="{0D108BD9-81ED-4DB2-BD59-A6C34878D82A}">
                    <a16:rowId xmlns:a16="http://schemas.microsoft.com/office/drawing/2014/main" val="388876851"/>
                  </a:ext>
                </a:extLst>
              </a:tr>
              <a:tr h="358238">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LLM Model </a:t>
                      </a:r>
                    </a:p>
                  </a:txBody>
                  <a:tcPr marL="59552" marR="59552" marT="29776" marB="29776" anchor="ctr"/>
                </a:tc>
                <a:tc>
                  <a:txBody>
                    <a:bodyPr/>
                    <a:lstStyle/>
                    <a:p>
                      <a:pPr algn="l">
                        <a:buNone/>
                      </a:pPr>
                      <a:r>
                        <a:rPr lang="en-US" sz="1200">
                          <a:latin typeface="Microsoft Sans Serif" panose="020B0604020202020204" pitchFamily="34" charset="0"/>
                          <a:ea typeface="Microsoft Sans Serif" panose="020B0604020202020204" pitchFamily="34" charset="0"/>
                          <a:cs typeface="Microsoft Sans Serif" panose="020B0604020202020204" pitchFamily="34" charset="0"/>
                        </a:rPr>
                        <a:t>OpenAI API</a:t>
                      </a:r>
                    </a:p>
                  </a:txBody>
                  <a:tcPr marL="59552" marR="59552" marT="29776" marB="29776" anchor="ctr"/>
                </a:tc>
                <a:tc>
                  <a:txBody>
                    <a:bodyPr/>
                    <a:lstStyle/>
                    <a:p>
                      <a:pPr algn="l">
                        <a:buNone/>
                      </a:pPr>
                      <a:r>
                        <a:rPr lang="en-US" sz="1200">
                          <a:latin typeface="Microsoft Sans Serif" panose="020B0604020202020204" pitchFamily="34" charset="0"/>
                          <a:ea typeface="Microsoft Sans Serif" panose="020B0604020202020204" pitchFamily="34" charset="0"/>
                          <a:cs typeface="Microsoft Sans Serif" panose="020B0604020202020204" pitchFamily="34" charset="0"/>
                        </a:rPr>
                        <a:t>Power the individual agents</a:t>
                      </a:r>
                    </a:p>
                  </a:txBody>
                  <a:tcPr marL="59552" marR="59552" marT="29776" marB="29776" anchor="ctr"/>
                </a:tc>
                <a:extLst>
                  <a:ext uri="{0D108BD9-81ED-4DB2-BD59-A6C34878D82A}">
                    <a16:rowId xmlns:a16="http://schemas.microsoft.com/office/drawing/2014/main" val="1416606939"/>
                  </a:ext>
                </a:extLst>
              </a:tr>
              <a:tr h="393775">
                <a:tc>
                  <a:txBody>
                    <a:bodyPr/>
                    <a:lstStyle/>
                    <a:p>
                      <a:pPr algn="l">
                        <a:buNone/>
                      </a:pPr>
                      <a:r>
                        <a:rPr lang="en-US" sz="1200">
                          <a:latin typeface="Microsoft Sans Serif" panose="020B0604020202020204" pitchFamily="34" charset="0"/>
                          <a:ea typeface="Microsoft Sans Serif" panose="020B0604020202020204" pitchFamily="34" charset="0"/>
                          <a:cs typeface="Microsoft Sans Serif" panose="020B0604020202020204" pitchFamily="34" charset="0"/>
                        </a:rPr>
                        <a:t>Document Processing</a:t>
                      </a:r>
                    </a:p>
                  </a:txBody>
                  <a:tcPr marL="59552" marR="59552" marT="29776" marB="29776" anchor="ctr"/>
                </a:tc>
                <a:tc>
                  <a:txBody>
                    <a:bodyPr/>
                    <a:lstStyle/>
                    <a:p>
                      <a:pPr algn="l">
                        <a:buNone/>
                      </a:pPr>
                      <a:r>
                        <a:rPr lang="en-US" sz="1200">
                          <a:latin typeface="Microsoft Sans Serif" panose="020B0604020202020204" pitchFamily="34" charset="0"/>
                          <a:ea typeface="Microsoft Sans Serif" panose="020B0604020202020204" pitchFamily="34" charset="0"/>
                          <a:cs typeface="Microsoft Sans Serif" panose="020B0604020202020204" pitchFamily="34" charset="0"/>
                        </a:rPr>
                        <a:t>PyPDF / PyMuPDF</a:t>
                      </a:r>
                    </a:p>
                  </a:txBody>
                  <a:tcPr marL="59552" marR="59552" marT="29776" marB="29776" anchor="ctr"/>
                </a:tc>
                <a:tc>
                  <a:txBody>
                    <a:bodyPr/>
                    <a:lstStyle/>
                    <a:p>
                      <a:pPr algn="l">
                        <a:buNone/>
                      </a:pPr>
                      <a:r>
                        <a:rPr lang="en-US" sz="1200">
                          <a:latin typeface="Microsoft Sans Serif" panose="020B0604020202020204" pitchFamily="34" charset="0"/>
                          <a:ea typeface="Microsoft Sans Serif" panose="020B0604020202020204" pitchFamily="34" charset="0"/>
                          <a:cs typeface="Microsoft Sans Serif" panose="020B0604020202020204" pitchFamily="34" charset="0"/>
                        </a:rPr>
                        <a:t>Extract research-paper content</a:t>
                      </a:r>
                    </a:p>
                  </a:txBody>
                  <a:tcPr marL="59552" marR="59552" marT="29776" marB="29776" anchor="ctr"/>
                </a:tc>
                <a:extLst>
                  <a:ext uri="{0D108BD9-81ED-4DB2-BD59-A6C34878D82A}">
                    <a16:rowId xmlns:a16="http://schemas.microsoft.com/office/drawing/2014/main" val="4153631359"/>
                  </a:ext>
                </a:extLst>
              </a:tr>
              <a:tr h="434919">
                <a:tc>
                  <a:txBody>
                    <a:bodyPr/>
                    <a:lstStyle/>
                    <a:p>
                      <a:pPr algn="l">
                        <a:buNone/>
                      </a:pPr>
                      <a:r>
                        <a:rPr lang="en-US" sz="1200">
                          <a:latin typeface="Microsoft Sans Serif" panose="020B0604020202020204" pitchFamily="34" charset="0"/>
                          <a:ea typeface="Microsoft Sans Serif" panose="020B0604020202020204" pitchFamily="34" charset="0"/>
                          <a:cs typeface="Microsoft Sans Serif" panose="020B0604020202020204" pitchFamily="34" charset="0"/>
                        </a:rPr>
                        <a:t>Observability / Tracing</a:t>
                      </a:r>
                    </a:p>
                  </a:txBody>
                  <a:tcPr marL="59552" marR="59552" marT="29776" marB="29776" anchor="ctr"/>
                </a:tc>
                <a:tc>
                  <a:txBody>
                    <a:bodyPr/>
                    <a:lstStyle/>
                    <a:p>
                      <a:pPr algn="l">
                        <a:buNone/>
                      </a:pPr>
                      <a:r>
                        <a:rPr lang="en-US" sz="1200" dirty="0" err="1">
                          <a:latin typeface="Microsoft Sans Serif" panose="020B0604020202020204" pitchFamily="34" charset="0"/>
                          <a:ea typeface="Microsoft Sans Serif" panose="020B0604020202020204" pitchFamily="34" charset="0"/>
                          <a:cs typeface="Microsoft Sans Serif" panose="020B0604020202020204" pitchFamily="34" charset="0"/>
                        </a:rPr>
                        <a:t>Langfuse</a:t>
                      </a:r>
                      <a:endPar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59552" marR="59552" marT="29776" marB="29776" anchor="ctr"/>
                </a:tc>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Trace agents, LLM calls, handoffs, inputs/outputs, latency, tokens and errors</a:t>
                      </a:r>
                    </a:p>
                  </a:txBody>
                  <a:tcPr marL="59552" marR="59552" marT="29776" marB="29776" anchor="ctr"/>
                </a:tc>
                <a:extLst>
                  <a:ext uri="{0D108BD9-81ED-4DB2-BD59-A6C34878D82A}">
                    <a16:rowId xmlns:a16="http://schemas.microsoft.com/office/drawing/2014/main" val="321488439"/>
                  </a:ext>
                </a:extLst>
              </a:tr>
              <a:tr h="434919">
                <a:tc>
                  <a:txBody>
                    <a:bodyPr/>
                    <a:lstStyle/>
                    <a:p>
                      <a:pPr algn="l">
                        <a:buNone/>
                      </a:pPr>
                      <a:r>
                        <a:rPr lang="en-US" sz="1200">
                          <a:latin typeface="Microsoft Sans Serif" panose="020B0604020202020204" pitchFamily="34" charset="0"/>
                          <a:ea typeface="Microsoft Sans Serif" panose="020B0604020202020204" pitchFamily="34" charset="0"/>
                          <a:cs typeface="Microsoft Sans Serif" panose="020B0604020202020204" pitchFamily="34" charset="0"/>
                        </a:rPr>
                        <a:t>Agent Evaluation</a:t>
                      </a:r>
                    </a:p>
                  </a:txBody>
                  <a:tcPr marL="59552" marR="59552" marT="29776" marB="29776" anchor="ctr"/>
                </a:tc>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RAGAS / custom evaluators</a:t>
                      </a:r>
                    </a:p>
                  </a:txBody>
                  <a:tcPr marL="59552" marR="59552" marT="29776" marB="29776" anchor="ctr"/>
                </a:tc>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Evaluate quality of generated outputs and, where applicable, retrieved context</a:t>
                      </a:r>
                    </a:p>
                  </a:txBody>
                  <a:tcPr marL="59552" marR="59552" marT="29776" marB="29776" anchor="ctr"/>
                </a:tc>
                <a:extLst>
                  <a:ext uri="{0D108BD9-81ED-4DB2-BD59-A6C34878D82A}">
                    <a16:rowId xmlns:a16="http://schemas.microsoft.com/office/drawing/2014/main" val="405341725"/>
                  </a:ext>
                </a:extLst>
              </a:tr>
              <a:tr h="304487">
                <a:tc>
                  <a:txBody>
                    <a:bodyPr/>
                    <a:lstStyle/>
                    <a:p>
                      <a:pPr algn="l">
                        <a:buNone/>
                      </a:pPr>
                      <a:r>
                        <a:rPr lang="en-US" sz="1200">
                          <a:latin typeface="Microsoft Sans Serif" panose="020B0604020202020204" pitchFamily="34" charset="0"/>
                          <a:ea typeface="Microsoft Sans Serif" panose="020B0604020202020204" pitchFamily="34" charset="0"/>
                          <a:cs typeface="Microsoft Sans Serif" panose="020B0604020202020204" pitchFamily="34" charset="0"/>
                        </a:rPr>
                        <a:t>Guardrails</a:t>
                      </a:r>
                    </a:p>
                  </a:txBody>
                  <a:tcPr marL="59552" marR="59552" marT="29776" marB="29776" anchor="ctr"/>
                </a:tc>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OpenAI Agents SDK Guardrails</a:t>
                      </a:r>
                    </a:p>
                  </a:txBody>
                  <a:tcPr marL="59552" marR="59552" marT="29776" marB="29776" anchor="ctr"/>
                </a:tc>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Validate inputs/outputs and constrain agent behavior</a:t>
                      </a:r>
                    </a:p>
                  </a:txBody>
                  <a:tcPr marL="59552" marR="59552" marT="29776" marB="29776" anchor="ctr"/>
                </a:tc>
                <a:extLst>
                  <a:ext uri="{0D108BD9-81ED-4DB2-BD59-A6C34878D82A}">
                    <a16:rowId xmlns:a16="http://schemas.microsoft.com/office/drawing/2014/main" val="4156013505"/>
                  </a:ext>
                </a:extLst>
              </a:tr>
              <a:tr h="304487">
                <a:tc>
                  <a:txBody>
                    <a:bodyPr/>
                    <a:lstStyle/>
                    <a:p>
                      <a:pPr algn="l">
                        <a:buNone/>
                      </a:pPr>
                      <a:r>
                        <a:rPr lang="en-US" sz="1200">
                          <a:latin typeface="Microsoft Sans Serif" panose="020B0604020202020204" pitchFamily="34" charset="0"/>
                          <a:ea typeface="Microsoft Sans Serif" panose="020B0604020202020204" pitchFamily="34" charset="0"/>
                          <a:cs typeface="Microsoft Sans Serif" panose="020B0604020202020204" pitchFamily="34" charset="0"/>
                        </a:rPr>
                        <a:t>Experiment Tracking</a:t>
                      </a:r>
                    </a:p>
                  </a:txBody>
                  <a:tcPr marL="59552" marR="59552" marT="29776" marB="29776" anchor="ctr"/>
                </a:tc>
                <a:tc>
                  <a:txBody>
                    <a:bodyPr/>
                    <a:lstStyle/>
                    <a:p>
                      <a:pPr algn="l">
                        <a:buNone/>
                      </a:pPr>
                      <a:r>
                        <a:rPr lang="en-US" sz="1200">
                          <a:latin typeface="Microsoft Sans Serif" panose="020B0604020202020204" pitchFamily="34" charset="0"/>
                          <a:ea typeface="Microsoft Sans Serif" panose="020B0604020202020204" pitchFamily="34" charset="0"/>
                          <a:cs typeface="Microsoft Sans Serif" panose="020B0604020202020204" pitchFamily="34" charset="0"/>
                        </a:rPr>
                        <a:t>Langfuse</a:t>
                      </a:r>
                    </a:p>
                  </a:txBody>
                  <a:tcPr marL="59552" marR="59552" marT="29776" marB="29776" anchor="ctr"/>
                </a:tc>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Compare agent versions, prompts, models and runs</a:t>
                      </a:r>
                    </a:p>
                  </a:txBody>
                  <a:tcPr marL="59552" marR="59552" marT="29776" marB="29776" anchor="ctr"/>
                </a:tc>
                <a:extLst>
                  <a:ext uri="{0D108BD9-81ED-4DB2-BD59-A6C34878D82A}">
                    <a16:rowId xmlns:a16="http://schemas.microsoft.com/office/drawing/2014/main" val="686566012"/>
                  </a:ext>
                </a:extLst>
              </a:tr>
              <a:tr h="304487">
                <a:tc>
                  <a:txBody>
                    <a:bodyPr/>
                    <a:lstStyle/>
                    <a:p>
                      <a:pPr algn="l">
                        <a:buNone/>
                      </a:pPr>
                      <a:r>
                        <a:rPr lang="en-US" sz="1200">
                          <a:latin typeface="Microsoft Sans Serif" panose="020B0604020202020204" pitchFamily="34" charset="0"/>
                          <a:ea typeface="Microsoft Sans Serif" panose="020B0604020202020204" pitchFamily="34" charset="0"/>
                          <a:cs typeface="Microsoft Sans Serif" panose="020B0604020202020204" pitchFamily="34" charset="0"/>
                        </a:rPr>
                        <a:t>Prompt Management</a:t>
                      </a:r>
                    </a:p>
                  </a:txBody>
                  <a:tcPr marL="59552" marR="59552" marT="29776" marB="29776" anchor="ctr"/>
                </a:tc>
                <a:tc>
                  <a:txBody>
                    <a:bodyPr/>
                    <a:lstStyle/>
                    <a:p>
                      <a:pPr algn="l">
                        <a:buNone/>
                      </a:pPr>
                      <a:r>
                        <a:rPr lang="en-US" sz="1200">
                          <a:latin typeface="Microsoft Sans Serif" panose="020B0604020202020204" pitchFamily="34" charset="0"/>
                          <a:ea typeface="Microsoft Sans Serif" panose="020B0604020202020204" pitchFamily="34" charset="0"/>
                          <a:cs typeface="Microsoft Sans Serif" panose="020B0604020202020204" pitchFamily="34" charset="0"/>
                        </a:rPr>
                        <a:t>Langfuse</a:t>
                      </a:r>
                    </a:p>
                  </a:txBody>
                  <a:tcPr marL="59552" marR="59552" marT="29776" marB="29776" anchor="ctr"/>
                </a:tc>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Version and manage agent instructions/prompts</a:t>
                      </a:r>
                    </a:p>
                  </a:txBody>
                  <a:tcPr marL="59552" marR="59552" marT="29776" marB="29776" anchor="ctr"/>
                </a:tc>
                <a:extLst>
                  <a:ext uri="{0D108BD9-81ED-4DB2-BD59-A6C34878D82A}">
                    <a16:rowId xmlns:a16="http://schemas.microsoft.com/office/drawing/2014/main" val="3938744471"/>
                  </a:ext>
                </a:extLst>
              </a:tr>
              <a:tr h="434919">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Application / Demo UI</a:t>
                      </a:r>
                    </a:p>
                  </a:txBody>
                  <a:tcPr marL="59552" marR="59552" marT="29776" marB="29776" anchor="ctr"/>
                </a:tc>
                <a:tc>
                  <a:txBody>
                    <a:bodyPr/>
                    <a:lstStyle/>
                    <a:p>
                      <a:pPr algn="l">
                        <a:buNone/>
                      </a:pPr>
                      <a:r>
                        <a:rPr lang="en-US" sz="1200" dirty="0" err="1">
                          <a:latin typeface="Microsoft Sans Serif" panose="020B0604020202020204" pitchFamily="34" charset="0"/>
                          <a:ea typeface="Microsoft Sans Serif" panose="020B0604020202020204" pitchFamily="34" charset="0"/>
                          <a:cs typeface="Microsoft Sans Serif" panose="020B0604020202020204" pitchFamily="34" charset="0"/>
                        </a:rPr>
                        <a:t>Streamlit</a:t>
                      </a:r>
                      <a:endPar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endParaRPr>
                    </a:p>
                  </a:txBody>
                  <a:tcPr marL="59552" marR="59552" marT="29776" marB="29776" anchor="ctr"/>
                </a:tc>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Upload paper and display results from the three agents</a:t>
                      </a:r>
                    </a:p>
                  </a:txBody>
                  <a:tcPr marL="59552" marR="59552" marT="29776" marB="29776" anchor="ctr"/>
                </a:tc>
                <a:extLst>
                  <a:ext uri="{0D108BD9-81ED-4DB2-BD59-A6C34878D82A}">
                    <a16:rowId xmlns:a16="http://schemas.microsoft.com/office/drawing/2014/main" val="4175407910"/>
                  </a:ext>
                </a:extLst>
              </a:tr>
              <a:tr h="396347">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Configuration / Secrets</a:t>
                      </a:r>
                    </a:p>
                  </a:txBody>
                  <a:tcPr marL="59552" marR="59552" marT="29776" marB="29776" anchor="ctr"/>
                </a:tc>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.env</a:t>
                      </a:r>
                    </a:p>
                  </a:txBody>
                  <a:tcPr marL="59552" marR="59552" marT="29776" marB="29776" anchor="ctr"/>
                </a:tc>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Manage OpenAI and </a:t>
                      </a:r>
                      <a:r>
                        <a:rPr lang="en-US" sz="1200" dirty="0" err="1">
                          <a:latin typeface="Microsoft Sans Serif" panose="020B0604020202020204" pitchFamily="34" charset="0"/>
                          <a:ea typeface="Microsoft Sans Serif" panose="020B0604020202020204" pitchFamily="34" charset="0"/>
                          <a:cs typeface="Microsoft Sans Serif" panose="020B0604020202020204" pitchFamily="34" charset="0"/>
                        </a:rPr>
                        <a:t>Langfuse</a:t>
                      </a: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 credentials</a:t>
                      </a:r>
                    </a:p>
                  </a:txBody>
                  <a:tcPr marL="59552" marR="59552" marT="29776" marB="29776" anchor="ctr"/>
                </a:tc>
                <a:extLst>
                  <a:ext uri="{0D108BD9-81ED-4DB2-BD59-A6C34878D82A}">
                    <a16:rowId xmlns:a16="http://schemas.microsoft.com/office/drawing/2014/main" val="3339254695"/>
                  </a:ext>
                </a:extLst>
              </a:tr>
              <a:tr h="247908">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Development</a:t>
                      </a:r>
                    </a:p>
                  </a:txBody>
                  <a:tcPr marL="59552" marR="59552" marT="29776" marB="29776" anchor="ctr"/>
                </a:tc>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VS Code</a:t>
                      </a:r>
                    </a:p>
                  </a:txBody>
                  <a:tcPr marL="59552" marR="59552" marT="29776" marB="29776" anchor="ctr"/>
                </a:tc>
                <a:tc>
                  <a:txBody>
                    <a:bodyPr/>
                    <a:lstStyle/>
                    <a:p>
                      <a:pPr algn="l">
                        <a:buNone/>
                      </a:pPr>
                      <a:r>
                        <a:rPr lang="en-US" sz="1200" dirty="0">
                          <a:latin typeface="Microsoft Sans Serif" panose="020B0604020202020204" pitchFamily="34" charset="0"/>
                          <a:ea typeface="Microsoft Sans Serif" panose="020B0604020202020204" pitchFamily="34" charset="0"/>
                          <a:cs typeface="Microsoft Sans Serif" panose="020B0604020202020204" pitchFamily="34" charset="0"/>
                        </a:rPr>
                        <a:t>Development and experimentation</a:t>
                      </a:r>
                    </a:p>
                  </a:txBody>
                  <a:tcPr marL="59552" marR="59552" marT="29776" marB="29776" anchor="ctr"/>
                </a:tc>
                <a:extLst>
                  <a:ext uri="{0D108BD9-81ED-4DB2-BD59-A6C34878D82A}">
                    <a16:rowId xmlns:a16="http://schemas.microsoft.com/office/drawing/2014/main" val="3836244246"/>
                  </a:ext>
                </a:extLst>
              </a:tr>
            </a:tbl>
          </a:graphicData>
        </a:graphic>
      </p:graphicFrame>
    </p:spTree>
    <p:extLst>
      <p:ext uri="{BB962C8B-B14F-4D97-AF65-F5344CB8AC3E}">
        <p14:creationId xmlns:p14="http://schemas.microsoft.com/office/powerpoint/2010/main" val="3269392548"/>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8F093-E27F-248E-D1D4-C8E96FE8E752}"/>
            </a:ext>
          </a:extLst>
        </p:cNvPr>
        <p:cNvGrpSpPr/>
        <p:nvPr/>
      </p:nvGrpSpPr>
      <p:grpSpPr>
        <a:xfrm>
          <a:off x="0" y="0"/>
          <a:ext cx="0" cy="0"/>
          <a:chOff x="0" y="0"/>
          <a:chExt cx="0" cy="0"/>
        </a:xfrm>
      </p:grpSpPr>
      <p:sp>
        <p:nvSpPr>
          <p:cNvPr id="356" name="Content Placeholder 4">
            <a:extLst>
              <a:ext uri="{FF2B5EF4-FFF2-40B4-BE49-F238E27FC236}">
                <a16:creationId xmlns:a16="http://schemas.microsoft.com/office/drawing/2014/main" id="{9E680C68-F42D-7304-887E-BCE0AF93EEDE}"/>
              </a:ext>
            </a:extLst>
          </p:cNvPr>
          <p:cNvSpPr txBox="1"/>
          <p:nvPr/>
        </p:nvSpPr>
        <p:spPr>
          <a:xfrm>
            <a:off x="155647" y="152400"/>
            <a:ext cx="6481602" cy="11430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45719" rIns="45719" anchor="ctr">
            <a:normAutofit/>
          </a:bodyPr>
          <a:lstStyle>
            <a:lvl1pPr marL="342900" indent="-685800">
              <a:lnSpc>
                <a:spcPts val="3600"/>
              </a:lnSpc>
              <a:defRPr sz="3600" b="1" spc="-200">
                <a:latin typeface="+mj-lt"/>
                <a:ea typeface="+mj-ea"/>
                <a:cs typeface="+mj-cs"/>
                <a:sym typeface="Arial"/>
              </a:defRPr>
            </a:lvl1pPr>
          </a:lstStyle>
          <a:p>
            <a:pPr hangingPunct="1">
              <a:defRPr/>
            </a:pPr>
            <a:r>
              <a:rPr lang="en-US" sz="2600" dirty="0"/>
              <a:t>Evaluation Results</a:t>
            </a:r>
          </a:p>
        </p:txBody>
      </p:sp>
      <p:sp>
        <p:nvSpPr>
          <p:cNvPr id="3" name="TextBox 2">
            <a:extLst>
              <a:ext uri="{FF2B5EF4-FFF2-40B4-BE49-F238E27FC236}">
                <a16:creationId xmlns:a16="http://schemas.microsoft.com/office/drawing/2014/main" id="{09734311-9C08-DF31-192A-471B1A08558F}"/>
              </a:ext>
            </a:extLst>
          </p:cNvPr>
          <p:cNvSpPr txBox="1"/>
          <p:nvPr/>
        </p:nvSpPr>
        <p:spPr>
          <a:xfrm>
            <a:off x="262328" y="1607616"/>
            <a:ext cx="3095469" cy="295786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marL="285750" indent="-285750">
              <a:lnSpc>
                <a:spcPct val="150000"/>
              </a:lnSpc>
              <a:buFont typeface="Arial" panose="020B0604020202020204" pitchFamily="34" charset="0"/>
              <a:buChar char="•"/>
            </a:pPr>
            <a:r>
              <a:rPr lang="en-US" dirty="0" err="1">
                <a:latin typeface="Microsoft Sans"/>
              </a:rPr>
              <a:t>validation_valid</a:t>
            </a:r>
            <a:r>
              <a:rPr lang="en-US" dirty="0">
                <a:latin typeface="Microsoft Sans"/>
              </a:rPr>
              <a:t>               </a:t>
            </a:r>
          </a:p>
          <a:p>
            <a:pPr marL="285750" indent="-285750">
              <a:lnSpc>
                <a:spcPct val="150000"/>
              </a:lnSpc>
              <a:buFont typeface="Arial" panose="020B0604020202020204" pitchFamily="34" charset="0"/>
              <a:buChar char="•"/>
            </a:pPr>
            <a:r>
              <a:rPr lang="en-US" dirty="0" err="1">
                <a:latin typeface="Microsoft Sans"/>
              </a:rPr>
              <a:t>validation_confidence</a:t>
            </a:r>
            <a:r>
              <a:rPr lang="en-US" dirty="0">
                <a:latin typeface="Microsoft Sans"/>
              </a:rPr>
              <a:t>       </a:t>
            </a:r>
          </a:p>
          <a:p>
            <a:pPr marL="285750" indent="-285750">
              <a:lnSpc>
                <a:spcPct val="150000"/>
              </a:lnSpc>
              <a:buFont typeface="Arial" panose="020B0604020202020204" pitchFamily="34" charset="0"/>
              <a:buChar char="•"/>
            </a:pPr>
            <a:r>
              <a:rPr lang="en-US" dirty="0" err="1">
                <a:latin typeface="Microsoft Sans"/>
              </a:rPr>
              <a:t>review_completeness</a:t>
            </a:r>
            <a:r>
              <a:rPr lang="en-US" dirty="0">
                <a:latin typeface="Microsoft Sans"/>
              </a:rPr>
              <a:t>          </a:t>
            </a:r>
          </a:p>
          <a:p>
            <a:pPr marL="285750" indent="-285750">
              <a:lnSpc>
                <a:spcPct val="150000"/>
              </a:lnSpc>
              <a:buFont typeface="Arial" panose="020B0604020202020204" pitchFamily="34" charset="0"/>
              <a:buChar char="•"/>
            </a:pPr>
            <a:r>
              <a:rPr lang="en-US" dirty="0" err="1">
                <a:latin typeface="Microsoft Sans"/>
              </a:rPr>
              <a:t>summary_length_score</a:t>
            </a:r>
            <a:r>
              <a:rPr lang="en-US" dirty="0">
                <a:latin typeface="Microsoft Sans"/>
              </a:rPr>
              <a:t>        </a:t>
            </a:r>
          </a:p>
          <a:p>
            <a:pPr marL="285750" indent="-285750">
              <a:lnSpc>
                <a:spcPct val="150000"/>
              </a:lnSpc>
              <a:buFont typeface="Arial" panose="020B0604020202020204" pitchFamily="34" charset="0"/>
              <a:buChar char="•"/>
            </a:pPr>
            <a:r>
              <a:rPr lang="en-US" dirty="0" err="1">
                <a:latin typeface="Microsoft Sans"/>
              </a:rPr>
              <a:t>summary_faithfulness</a:t>
            </a:r>
            <a:r>
              <a:rPr lang="en-US" dirty="0">
                <a:latin typeface="Microsoft Sans"/>
              </a:rPr>
              <a:t>        </a:t>
            </a:r>
          </a:p>
          <a:p>
            <a:pPr marL="285750" indent="-285750">
              <a:lnSpc>
                <a:spcPct val="150000"/>
              </a:lnSpc>
              <a:buFont typeface="Arial" panose="020B0604020202020204" pitchFamily="34" charset="0"/>
              <a:buChar char="•"/>
            </a:pPr>
            <a:r>
              <a:rPr lang="en-US" dirty="0" err="1">
                <a:latin typeface="Microsoft Sans"/>
              </a:rPr>
              <a:t>summary_score</a:t>
            </a:r>
            <a:r>
              <a:rPr lang="en-US" dirty="0">
                <a:latin typeface="Microsoft Sans"/>
              </a:rPr>
              <a:t>                </a:t>
            </a:r>
          </a:p>
          <a:p>
            <a:pPr marL="285750" indent="-285750">
              <a:lnSpc>
                <a:spcPct val="150000"/>
              </a:lnSpc>
              <a:buFont typeface="Arial" panose="020B0604020202020204" pitchFamily="34" charset="0"/>
              <a:buChar char="•"/>
            </a:pPr>
            <a:r>
              <a:rPr lang="en-US" dirty="0" err="1">
                <a:latin typeface="Microsoft Sans"/>
              </a:rPr>
              <a:t>review_faithfulness</a:t>
            </a:r>
            <a:r>
              <a:rPr lang="en-US" dirty="0">
                <a:latin typeface="Microsoft Sans"/>
              </a:rPr>
              <a:t> </a:t>
            </a:r>
          </a:p>
        </p:txBody>
      </p:sp>
      <p:sp>
        <p:nvSpPr>
          <p:cNvPr id="4" name="TextBox 3">
            <a:extLst>
              <a:ext uri="{FF2B5EF4-FFF2-40B4-BE49-F238E27FC236}">
                <a16:creationId xmlns:a16="http://schemas.microsoft.com/office/drawing/2014/main" id="{4B6D1927-C535-C546-9843-41660DEB1910}"/>
              </a:ext>
            </a:extLst>
          </p:cNvPr>
          <p:cNvSpPr txBox="1"/>
          <p:nvPr/>
        </p:nvSpPr>
        <p:spPr>
          <a:xfrm>
            <a:off x="674557" y="5891134"/>
            <a:ext cx="3897443" cy="369330"/>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45719" tIns="45719" rIns="45719" bIns="45719" numCol="1" spcCol="38100" rtlCol="0" anchor="t">
            <a:spAutoFit/>
          </a:bodyPr>
          <a:lstStyle/>
          <a:p>
            <a:pPr marL="0" marR="0" indent="0" algn="l" defTabSz="914400" rtl="0" fontAlgn="auto" latinLnBrk="0" hangingPunct="0">
              <a:lnSpc>
                <a:spcPct val="100000"/>
              </a:lnSpc>
              <a:spcBef>
                <a:spcPts val="0"/>
              </a:spcBef>
              <a:spcAft>
                <a:spcPts val="0"/>
              </a:spcAft>
              <a:buClrTx/>
              <a:buSzTx/>
              <a:buFontTx/>
              <a:buNone/>
              <a:tabLst/>
            </a:pPr>
            <a:r>
              <a:rPr kumimoji="0" lang="en-US" sz="1800" b="1" i="0" u="none" strike="noStrike" cap="none" spc="0" normalizeH="0" baseline="0" dirty="0">
                <a:ln>
                  <a:noFill/>
                </a:ln>
                <a:solidFill>
                  <a:srgbClr val="002060"/>
                </a:solidFill>
                <a:effectLst/>
                <a:uFillTx/>
                <a:latin typeface="Calibri"/>
                <a:ea typeface="Calibri"/>
                <a:cs typeface="Calibri"/>
                <a:sym typeface="Calibri"/>
              </a:rPr>
              <a:t>agentic-</a:t>
            </a:r>
            <a:r>
              <a:rPr kumimoji="0" lang="en-US" sz="1800" b="1" i="0" u="none" strike="noStrike" cap="none" spc="0" normalizeH="0" baseline="0" dirty="0" err="1">
                <a:ln>
                  <a:noFill/>
                </a:ln>
                <a:solidFill>
                  <a:srgbClr val="002060"/>
                </a:solidFill>
                <a:effectLst/>
                <a:uFillTx/>
                <a:latin typeface="Calibri"/>
                <a:ea typeface="Calibri"/>
                <a:cs typeface="Calibri"/>
                <a:sym typeface="Calibri"/>
              </a:rPr>
              <a:t>aiops</a:t>
            </a:r>
            <a:endParaRPr kumimoji="0" lang="en-US" sz="1800" b="1" i="0" u="none" strike="noStrike" cap="none" spc="0" normalizeH="0" baseline="0" dirty="0">
              <a:ln>
                <a:noFill/>
              </a:ln>
              <a:solidFill>
                <a:srgbClr val="002060"/>
              </a:solidFill>
              <a:effectLst/>
              <a:uFillTx/>
              <a:latin typeface="Calibri"/>
              <a:ea typeface="Calibri"/>
              <a:cs typeface="Calibri"/>
              <a:sym typeface="Calibri"/>
            </a:endParaRPr>
          </a:p>
        </p:txBody>
      </p:sp>
    </p:spTree>
    <p:extLst>
      <p:ext uri="{BB962C8B-B14F-4D97-AF65-F5344CB8AC3E}">
        <p14:creationId xmlns:p14="http://schemas.microsoft.com/office/powerpoint/2010/main" val="4239308919"/>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Arial"/>
        <a:ea typeface="Arial"/>
        <a:cs typeface="Arial"/>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4419</TotalTime>
  <Words>854</Words>
  <Application>Microsoft Office PowerPoint</Application>
  <PresentationFormat>On-screen Show (4:3)</PresentationFormat>
  <Paragraphs>161</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Microsoft Sans</vt:lpstr>
      <vt:lpstr>Microsoft Sans Serif</vt:lpstr>
      <vt:lpstr>Office Theme</vt:lpstr>
      <vt:lpstr>FDP  From Pipelines to Production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BITS Pilani presentation</dc:title>
  <dc:creator>Rohit WILP</dc:creator>
  <cp:lastModifiedBy>Shreyas Suresh Rao .</cp:lastModifiedBy>
  <cp:revision>521</cp:revision>
  <dcterms:modified xsi:type="dcterms:W3CDTF">2026-09-30T05:26:57Z</dcterms:modified>
</cp:coreProperties>
</file>